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6" r:id="rId10"/>
    <p:sldId id="265" r:id="rId11"/>
    <p:sldId id="267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8E073A-7A9B-4E77-A0B7-7B0D113B5A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ADEB8DB-E880-41B8-8E74-DFDA0168D3CF}">
      <dgm:prSet/>
      <dgm:spPr/>
      <dgm:t>
        <a:bodyPr/>
        <a:lstStyle/>
        <a:p>
          <a:r>
            <a:rPr lang="en-US" b="1" dirty="0"/>
            <a:t>1. </a:t>
          </a:r>
          <a:r>
            <a:rPr lang="pt-BR" b="1" dirty="0"/>
            <a:t>Manipulação com Flash Loan:</a:t>
          </a:r>
          <a:br>
            <a:rPr lang="pt-BR" b="0" dirty="0"/>
          </a:br>
          <a:r>
            <a:rPr lang="pt-BR" b="0" dirty="0"/>
            <a:t>O invasor utilizou um empréstimo relâmpago (flash </a:t>
          </a:r>
          <a:r>
            <a:rPr lang="pt-BR" b="0" dirty="0" err="1"/>
            <a:t>loan</a:t>
          </a:r>
          <a:r>
            <a:rPr lang="pt-BR" b="0" dirty="0"/>
            <a:t>)</a:t>
          </a:r>
          <a:r>
            <a:rPr lang="pt-BR" b="0" dirty="0" err="1"/>
            <a:t>SpookySwap</a:t>
          </a:r>
          <a:r>
            <a:rPr lang="pt-BR" b="0" dirty="0"/>
            <a:t>, inflando artificialmente o preço dos tokens BOO</a:t>
          </a:r>
          <a:r>
            <a:rPr lang="en-US" b="0" dirty="0"/>
            <a:t>.</a:t>
          </a:r>
        </a:p>
      </dgm:t>
    </dgm:pt>
    <dgm:pt modelId="{64C6B485-1897-4D7A-BD20-39C630435450}" type="parTrans" cxnId="{BF775B06-99EC-47D3-BE62-BF19359994A4}">
      <dgm:prSet/>
      <dgm:spPr/>
      <dgm:t>
        <a:bodyPr/>
        <a:lstStyle/>
        <a:p>
          <a:endParaRPr lang="en-US"/>
        </a:p>
      </dgm:t>
    </dgm:pt>
    <dgm:pt modelId="{DB636C7B-8E6F-49CD-8D07-0CF92C606231}" type="sibTrans" cxnId="{BF775B06-99EC-47D3-BE62-BF19359994A4}">
      <dgm:prSet/>
      <dgm:spPr/>
      <dgm:t>
        <a:bodyPr/>
        <a:lstStyle/>
        <a:p>
          <a:endParaRPr lang="en-US"/>
        </a:p>
      </dgm:t>
    </dgm:pt>
    <dgm:pt modelId="{5D9CB905-27B8-4DD8-875A-D3ABE56442CF}">
      <dgm:prSet/>
      <dgm:spPr/>
      <dgm:t>
        <a:bodyPr/>
        <a:lstStyle/>
        <a:p>
          <a:r>
            <a:rPr lang="en-US" b="1" dirty="0"/>
            <a:t>2. </a:t>
          </a:r>
          <a:r>
            <a:rPr lang="en-US" b="1" dirty="0" err="1"/>
            <a:t>Colateral</a:t>
          </a:r>
          <a:r>
            <a:rPr lang="en-US" b="1" dirty="0"/>
            <a:t> </a:t>
          </a:r>
          <a:r>
            <a:rPr lang="en-US" b="1" dirty="0" err="1"/>
            <a:t>Inflado</a:t>
          </a:r>
          <a:r>
            <a:rPr lang="en-US" b="1" dirty="0"/>
            <a:t>:</a:t>
          </a:r>
          <a:br>
            <a:rPr lang="en-US" dirty="0"/>
          </a:br>
          <a:r>
            <a:rPr lang="en-US" b="0" dirty="0"/>
            <a:t>Com o </a:t>
          </a:r>
          <a:r>
            <a:rPr lang="en-US" b="0" dirty="0" err="1"/>
            <a:t>preço</a:t>
          </a:r>
          <a:r>
            <a:rPr lang="en-US" b="0" dirty="0"/>
            <a:t> </a:t>
          </a:r>
          <a:r>
            <a:rPr lang="en-US" b="0" dirty="0" err="1"/>
            <a:t>manipulado</a:t>
          </a:r>
          <a:r>
            <a:rPr lang="en-US" b="0" dirty="0"/>
            <a:t> do Boo, o </a:t>
          </a:r>
          <a:r>
            <a:rPr lang="en-US" b="0" dirty="0" err="1"/>
            <a:t>invasor</a:t>
          </a:r>
          <a:r>
            <a:rPr lang="en-US" b="0" dirty="0"/>
            <a:t> </a:t>
          </a:r>
          <a:r>
            <a:rPr lang="pt-BR" b="0" dirty="0"/>
            <a:t>depositou BOO como colateral e pegou emprestado uma grande quantidade de outros ativos</a:t>
          </a:r>
          <a:endParaRPr lang="en-US" b="0" dirty="0"/>
        </a:p>
      </dgm:t>
    </dgm:pt>
    <dgm:pt modelId="{D9DFE43C-D8C7-4599-883A-EBAAC1A1A9AE}" type="parTrans" cxnId="{E1B61F44-7867-423B-BB72-1F9EBC973B09}">
      <dgm:prSet/>
      <dgm:spPr/>
      <dgm:t>
        <a:bodyPr/>
        <a:lstStyle/>
        <a:p>
          <a:endParaRPr lang="en-US"/>
        </a:p>
      </dgm:t>
    </dgm:pt>
    <dgm:pt modelId="{D6E78204-14A5-468B-83EA-A957F3FC232C}" type="sibTrans" cxnId="{E1B61F44-7867-423B-BB72-1F9EBC973B09}">
      <dgm:prSet/>
      <dgm:spPr/>
      <dgm:t>
        <a:bodyPr/>
        <a:lstStyle/>
        <a:p>
          <a:endParaRPr lang="en-US"/>
        </a:p>
      </dgm:t>
    </dgm:pt>
    <dgm:pt modelId="{96E858F0-3365-4B55-B556-11E9FC00DBFB}">
      <dgm:prSet/>
      <dgm:spPr/>
      <dgm:t>
        <a:bodyPr/>
        <a:lstStyle/>
        <a:p>
          <a:endParaRPr lang="pt-BR" b="0" dirty="0"/>
        </a:p>
        <a:p>
          <a:r>
            <a:rPr lang="en-US" b="1" dirty="0"/>
            <a:t>3. </a:t>
          </a:r>
          <a:r>
            <a:rPr lang="en-US" b="1" dirty="0" err="1"/>
            <a:t>Exploração</a:t>
          </a:r>
          <a:r>
            <a:rPr lang="en-US" b="1" dirty="0"/>
            <a:t> e </a:t>
          </a:r>
          <a:r>
            <a:rPr lang="en-US" b="1" dirty="0" err="1"/>
            <a:t>Saída</a:t>
          </a:r>
          <a:r>
            <a:rPr lang="en-US" b="1" dirty="0"/>
            <a:t>:</a:t>
          </a:r>
        </a:p>
        <a:p>
          <a:r>
            <a:rPr lang="pt-BR" b="0" dirty="0"/>
            <a:t>Após retirar os ativos emprestado, o invasor restaurou o preço original ao reembolsar o flash </a:t>
          </a:r>
          <a:r>
            <a:rPr lang="pt-BR" b="0" dirty="0" err="1"/>
            <a:t>loan</a:t>
          </a:r>
          <a:r>
            <a:rPr lang="pt-BR" b="0" dirty="0"/>
            <a:t>, deixado a </a:t>
          </a:r>
          <a:r>
            <a:rPr lang="pt-BR" b="0" dirty="0" err="1"/>
            <a:t>Polter</a:t>
          </a:r>
          <a:r>
            <a:rPr lang="pt-BR" b="0" dirty="0"/>
            <a:t> </a:t>
          </a:r>
          <a:r>
            <a:rPr lang="pt-BR" b="0" dirty="0" err="1"/>
            <a:t>Finance</a:t>
          </a:r>
          <a:r>
            <a:rPr lang="pt-BR" b="0" dirty="0"/>
            <a:t> com perdas significativas</a:t>
          </a:r>
          <a:br>
            <a:rPr lang="en-US" b="0" dirty="0"/>
          </a:br>
          <a:endParaRPr lang="en-US" b="0" dirty="0"/>
        </a:p>
      </dgm:t>
    </dgm:pt>
    <dgm:pt modelId="{957002C7-0FF6-4FF9-B42B-4A1649F180E6}" type="parTrans" cxnId="{6AB90590-9F5D-4CD1-843B-77B65AFFE430}">
      <dgm:prSet/>
      <dgm:spPr/>
      <dgm:t>
        <a:bodyPr/>
        <a:lstStyle/>
        <a:p>
          <a:endParaRPr lang="en-US"/>
        </a:p>
      </dgm:t>
    </dgm:pt>
    <dgm:pt modelId="{DA131D4D-5052-471B-9D63-F5B47A6E18C2}" type="sibTrans" cxnId="{6AB90590-9F5D-4CD1-843B-77B65AFFE430}">
      <dgm:prSet/>
      <dgm:spPr/>
      <dgm:t>
        <a:bodyPr/>
        <a:lstStyle/>
        <a:p>
          <a:endParaRPr lang="en-US"/>
        </a:p>
      </dgm:t>
    </dgm:pt>
    <dgm:pt modelId="{4CF50328-3884-4F4B-BDA3-31D39CD3A68C}">
      <dgm:prSet/>
      <dgm:spPr/>
      <dgm:t>
        <a:bodyPr/>
        <a:lstStyle/>
        <a:p>
          <a:r>
            <a:rPr lang="en-US" b="1" dirty="0"/>
            <a:t>4. Causa Raiz:</a:t>
          </a:r>
          <a:br>
            <a:rPr lang="en-US" b="0" dirty="0"/>
          </a:br>
          <a:r>
            <a:rPr lang="en-US" b="0" dirty="0"/>
            <a:t>A Pol</a:t>
          </a:r>
          <a:r>
            <a:rPr lang="pt-BR" b="0" dirty="0" err="1"/>
            <a:t>Polter</a:t>
          </a:r>
          <a:r>
            <a:rPr lang="pt-BR" b="0" dirty="0"/>
            <a:t> </a:t>
          </a:r>
          <a:r>
            <a:rPr lang="pt-BR" b="0" dirty="0" err="1"/>
            <a:t>Finance</a:t>
          </a:r>
          <a:r>
            <a:rPr lang="pt-BR" b="0" dirty="0"/>
            <a:t> dependia de uma única fonte de preço, facilmente </a:t>
          </a:r>
          <a:r>
            <a:rPr lang="pt-BR" b="0" dirty="0" err="1"/>
            <a:t>manipulávels</a:t>
          </a:r>
          <a:r>
            <a:rPr lang="pt-BR" b="0" dirty="0"/>
            <a:t>, em validação ou mecanismos de proteção</a:t>
          </a:r>
          <a:endParaRPr lang="en-US" b="0" dirty="0"/>
        </a:p>
      </dgm:t>
    </dgm:pt>
    <dgm:pt modelId="{D13ECE2B-2E3D-46D0-B826-8070D61C3E43}" type="parTrans" cxnId="{88032E88-272C-4F46-81C3-44ADB99D4DEF}">
      <dgm:prSet/>
      <dgm:spPr/>
      <dgm:t>
        <a:bodyPr/>
        <a:lstStyle/>
        <a:p>
          <a:endParaRPr lang="en-US"/>
        </a:p>
      </dgm:t>
    </dgm:pt>
    <dgm:pt modelId="{64236068-A83A-4733-B9AC-8916C238DBD3}" type="sibTrans" cxnId="{88032E88-272C-4F46-81C3-44ADB99D4DEF}">
      <dgm:prSet/>
      <dgm:spPr/>
      <dgm:t>
        <a:bodyPr/>
        <a:lstStyle/>
        <a:p>
          <a:endParaRPr lang="en-US"/>
        </a:p>
      </dgm:t>
    </dgm:pt>
    <dgm:pt modelId="{1E8352FF-28F8-4621-910D-E77C151F6202}" type="pres">
      <dgm:prSet presAssocID="{7D8E073A-7A9B-4E77-A0B7-7B0D113B5A75}" presName="root" presStyleCnt="0">
        <dgm:presLayoutVars>
          <dgm:dir/>
          <dgm:resizeHandles val="exact"/>
        </dgm:presLayoutVars>
      </dgm:prSet>
      <dgm:spPr/>
    </dgm:pt>
    <dgm:pt modelId="{24E884E0-B0BB-48F8-8219-A14497E17F9C}" type="pres">
      <dgm:prSet presAssocID="{8ADEB8DB-E880-41B8-8E74-DFDA0168D3CF}" presName="compNode" presStyleCnt="0"/>
      <dgm:spPr/>
    </dgm:pt>
    <dgm:pt modelId="{9D70B9E4-06C8-4458-A5EA-B18CD22C0C5D}" type="pres">
      <dgm:prSet presAssocID="{8ADEB8DB-E880-41B8-8E74-DFDA0168D3CF}" presName="bgRect" presStyleLbl="bgShp" presStyleIdx="0" presStyleCnt="4"/>
      <dgm:spPr/>
    </dgm:pt>
    <dgm:pt modelId="{34755E6D-05F2-4F29-9584-E028E849AA6D}" type="pres">
      <dgm:prSet presAssocID="{8ADEB8DB-E880-41B8-8E74-DFDA0168D3C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âmpago"/>
        </a:ext>
      </dgm:extLst>
    </dgm:pt>
    <dgm:pt modelId="{146F5435-E94B-4C00-8711-067BFB1AEFA3}" type="pres">
      <dgm:prSet presAssocID="{8ADEB8DB-E880-41B8-8E74-DFDA0168D3CF}" presName="spaceRect" presStyleCnt="0"/>
      <dgm:spPr/>
    </dgm:pt>
    <dgm:pt modelId="{F936F195-E914-483F-B4E6-BCB7F19C6758}" type="pres">
      <dgm:prSet presAssocID="{8ADEB8DB-E880-41B8-8E74-DFDA0168D3CF}" presName="parTx" presStyleLbl="revTx" presStyleIdx="0" presStyleCnt="4">
        <dgm:presLayoutVars>
          <dgm:chMax val="0"/>
          <dgm:chPref val="0"/>
        </dgm:presLayoutVars>
      </dgm:prSet>
      <dgm:spPr/>
    </dgm:pt>
    <dgm:pt modelId="{FB3210A9-92AC-4733-9352-474B8DD00959}" type="pres">
      <dgm:prSet presAssocID="{DB636C7B-8E6F-49CD-8D07-0CF92C606231}" presName="sibTrans" presStyleCnt="0"/>
      <dgm:spPr/>
    </dgm:pt>
    <dgm:pt modelId="{3ED21A57-0333-42C4-A473-867BDE523D3D}" type="pres">
      <dgm:prSet presAssocID="{5D9CB905-27B8-4DD8-875A-D3ABE56442CF}" presName="compNode" presStyleCnt="0"/>
      <dgm:spPr/>
    </dgm:pt>
    <dgm:pt modelId="{51BE9CC7-43F3-4C87-A052-38225F681565}" type="pres">
      <dgm:prSet presAssocID="{5D9CB905-27B8-4DD8-875A-D3ABE56442CF}" presName="bgRect" presStyleLbl="bgShp" presStyleIdx="1" presStyleCnt="4"/>
      <dgm:spPr/>
    </dgm:pt>
    <dgm:pt modelId="{8ADC004A-92B8-4F1B-B4F3-9D9DFCA374E3}" type="pres">
      <dgm:prSet presAssocID="{5D9CB905-27B8-4DD8-875A-D3ABE56442C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rão"/>
        </a:ext>
      </dgm:extLst>
    </dgm:pt>
    <dgm:pt modelId="{7CB62057-1308-44CD-86FC-1E9E3E793FCF}" type="pres">
      <dgm:prSet presAssocID="{5D9CB905-27B8-4DD8-875A-D3ABE56442CF}" presName="spaceRect" presStyleCnt="0"/>
      <dgm:spPr/>
    </dgm:pt>
    <dgm:pt modelId="{7A88988F-463E-4696-8BEA-6245BB208F23}" type="pres">
      <dgm:prSet presAssocID="{5D9CB905-27B8-4DD8-875A-D3ABE56442CF}" presName="parTx" presStyleLbl="revTx" presStyleIdx="1" presStyleCnt="4">
        <dgm:presLayoutVars>
          <dgm:chMax val="0"/>
          <dgm:chPref val="0"/>
        </dgm:presLayoutVars>
      </dgm:prSet>
      <dgm:spPr/>
    </dgm:pt>
    <dgm:pt modelId="{98EDFA92-A656-498F-AE7B-F78BAE413117}" type="pres">
      <dgm:prSet presAssocID="{D6E78204-14A5-468B-83EA-A957F3FC232C}" presName="sibTrans" presStyleCnt="0"/>
      <dgm:spPr/>
    </dgm:pt>
    <dgm:pt modelId="{5DCDE9C1-771C-46E6-9207-1BBE9801FA71}" type="pres">
      <dgm:prSet presAssocID="{96E858F0-3365-4B55-B556-11E9FC00DBFB}" presName="compNode" presStyleCnt="0"/>
      <dgm:spPr/>
    </dgm:pt>
    <dgm:pt modelId="{15E2A138-434D-4DEE-81B1-B1C0AFE36188}" type="pres">
      <dgm:prSet presAssocID="{96E858F0-3365-4B55-B556-11E9FC00DBFB}" presName="bgRect" presStyleLbl="bgShp" presStyleIdx="2" presStyleCnt="4"/>
      <dgm:spPr/>
    </dgm:pt>
    <dgm:pt modelId="{93695DBE-7F9E-490A-A2EA-11D510A0738F}" type="pres">
      <dgm:prSet presAssocID="{96E858F0-3365-4B55-B556-11E9FC00DBF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F6AC00E1-6605-4C94-AF1C-0A72E92B41A2}" type="pres">
      <dgm:prSet presAssocID="{96E858F0-3365-4B55-B556-11E9FC00DBFB}" presName="spaceRect" presStyleCnt="0"/>
      <dgm:spPr/>
    </dgm:pt>
    <dgm:pt modelId="{EFE97A73-FD6B-4435-A32E-4BE09B67B0A4}" type="pres">
      <dgm:prSet presAssocID="{96E858F0-3365-4B55-B556-11E9FC00DBFB}" presName="parTx" presStyleLbl="revTx" presStyleIdx="2" presStyleCnt="4" custScaleX="104281">
        <dgm:presLayoutVars>
          <dgm:chMax val="0"/>
          <dgm:chPref val="0"/>
        </dgm:presLayoutVars>
      </dgm:prSet>
      <dgm:spPr/>
    </dgm:pt>
    <dgm:pt modelId="{BA3DA55E-902B-4836-91B3-77BEFBE95997}" type="pres">
      <dgm:prSet presAssocID="{DA131D4D-5052-471B-9D63-F5B47A6E18C2}" presName="sibTrans" presStyleCnt="0"/>
      <dgm:spPr/>
    </dgm:pt>
    <dgm:pt modelId="{F0BA0C82-2E20-425F-8444-F0D5015643F3}" type="pres">
      <dgm:prSet presAssocID="{4CF50328-3884-4F4B-BDA3-31D39CD3A68C}" presName="compNode" presStyleCnt="0"/>
      <dgm:spPr/>
    </dgm:pt>
    <dgm:pt modelId="{917912C2-00FF-4DAE-8F5C-A3972F6323AB}" type="pres">
      <dgm:prSet presAssocID="{4CF50328-3884-4F4B-BDA3-31D39CD3A68C}" presName="bgRect" presStyleLbl="bgShp" presStyleIdx="3" presStyleCnt="4"/>
      <dgm:spPr/>
    </dgm:pt>
    <dgm:pt modelId="{29DD629F-590A-447C-9677-F2DA418AC76B}" type="pres">
      <dgm:prSet presAssocID="{4CF50328-3884-4F4B-BDA3-31D39CD3A6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B9C5AE81-7227-4FB8-90C3-56AF19CEC677}" type="pres">
      <dgm:prSet presAssocID="{4CF50328-3884-4F4B-BDA3-31D39CD3A68C}" presName="spaceRect" presStyleCnt="0"/>
      <dgm:spPr/>
    </dgm:pt>
    <dgm:pt modelId="{D49BF1EB-0D51-4562-8A3B-A0A43B9DC8BF}" type="pres">
      <dgm:prSet presAssocID="{4CF50328-3884-4F4B-BDA3-31D39CD3A68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F775B06-99EC-47D3-BE62-BF19359994A4}" srcId="{7D8E073A-7A9B-4E77-A0B7-7B0D113B5A75}" destId="{8ADEB8DB-E880-41B8-8E74-DFDA0168D3CF}" srcOrd="0" destOrd="0" parTransId="{64C6B485-1897-4D7A-BD20-39C630435450}" sibTransId="{DB636C7B-8E6F-49CD-8D07-0CF92C606231}"/>
    <dgm:cxn modelId="{6C26D83C-430E-4007-A312-456AB7B24E2C}" type="presOf" srcId="{5D9CB905-27B8-4DD8-875A-D3ABE56442CF}" destId="{7A88988F-463E-4696-8BEA-6245BB208F23}" srcOrd="0" destOrd="0" presId="urn:microsoft.com/office/officeart/2018/2/layout/IconVerticalSolidList"/>
    <dgm:cxn modelId="{E1B61F44-7867-423B-BB72-1F9EBC973B09}" srcId="{7D8E073A-7A9B-4E77-A0B7-7B0D113B5A75}" destId="{5D9CB905-27B8-4DD8-875A-D3ABE56442CF}" srcOrd="1" destOrd="0" parTransId="{D9DFE43C-D8C7-4599-883A-EBAAC1A1A9AE}" sibTransId="{D6E78204-14A5-468B-83EA-A957F3FC232C}"/>
    <dgm:cxn modelId="{88032E88-272C-4F46-81C3-44ADB99D4DEF}" srcId="{7D8E073A-7A9B-4E77-A0B7-7B0D113B5A75}" destId="{4CF50328-3884-4F4B-BDA3-31D39CD3A68C}" srcOrd="3" destOrd="0" parTransId="{D13ECE2B-2E3D-46D0-B826-8070D61C3E43}" sibTransId="{64236068-A83A-4733-B9AC-8916C238DBD3}"/>
    <dgm:cxn modelId="{6AB90590-9F5D-4CD1-843B-77B65AFFE430}" srcId="{7D8E073A-7A9B-4E77-A0B7-7B0D113B5A75}" destId="{96E858F0-3365-4B55-B556-11E9FC00DBFB}" srcOrd="2" destOrd="0" parTransId="{957002C7-0FF6-4FF9-B42B-4A1649F180E6}" sibTransId="{DA131D4D-5052-471B-9D63-F5B47A6E18C2}"/>
    <dgm:cxn modelId="{F6F0BA98-2BA8-4B9F-84A3-76AD607AB0EF}" type="presOf" srcId="{4CF50328-3884-4F4B-BDA3-31D39CD3A68C}" destId="{D49BF1EB-0D51-4562-8A3B-A0A43B9DC8BF}" srcOrd="0" destOrd="0" presId="urn:microsoft.com/office/officeart/2018/2/layout/IconVerticalSolidList"/>
    <dgm:cxn modelId="{2B396899-BFB4-4811-BCD1-5363C066E208}" type="presOf" srcId="{8ADEB8DB-E880-41B8-8E74-DFDA0168D3CF}" destId="{F936F195-E914-483F-B4E6-BCB7F19C6758}" srcOrd="0" destOrd="0" presId="urn:microsoft.com/office/officeart/2018/2/layout/IconVerticalSolidList"/>
    <dgm:cxn modelId="{620101A2-47EA-4B80-9499-5F90CA8F5A42}" type="presOf" srcId="{96E858F0-3365-4B55-B556-11E9FC00DBFB}" destId="{EFE97A73-FD6B-4435-A32E-4BE09B67B0A4}" srcOrd="0" destOrd="0" presId="urn:microsoft.com/office/officeart/2018/2/layout/IconVerticalSolidList"/>
    <dgm:cxn modelId="{6DC19FC5-9F5C-480F-AC53-0955305A597A}" type="presOf" srcId="{7D8E073A-7A9B-4E77-A0B7-7B0D113B5A75}" destId="{1E8352FF-28F8-4621-910D-E77C151F6202}" srcOrd="0" destOrd="0" presId="urn:microsoft.com/office/officeart/2018/2/layout/IconVerticalSolidList"/>
    <dgm:cxn modelId="{8A8EBCD2-7EDD-4883-A17E-BED57F3EB01E}" type="presParOf" srcId="{1E8352FF-28F8-4621-910D-E77C151F6202}" destId="{24E884E0-B0BB-48F8-8219-A14497E17F9C}" srcOrd="0" destOrd="0" presId="urn:microsoft.com/office/officeart/2018/2/layout/IconVerticalSolidList"/>
    <dgm:cxn modelId="{8268BE10-228D-43E4-BB2A-33C129832A16}" type="presParOf" srcId="{24E884E0-B0BB-48F8-8219-A14497E17F9C}" destId="{9D70B9E4-06C8-4458-A5EA-B18CD22C0C5D}" srcOrd="0" destOrd="0" presId="urn:microsoft.com/office/officeart/2018/2/layout/IconVerticalSolidList"/>
    <dgm:cxn modelId="{EC33692F-E484-43AC-AB4D-4AC27C05E76A}" type="presParOf" srcId="{24E884E0-B0BB-48F8-8219-A14497E17F9C}" destId="{34755E6D-05F2-4F29-9584-E028E849AA6D}" srcOrd="1" destOrd="0" presId="urn:microsoft.com/office/officeart/2018/2/layout/IconVerticalSolidList"/>
    <dgm:cxn modelId="{E7FA980D-4C2B-4411-A02D-CA60BF80CACC}" type="presParOf" srcId="{24E884E0-B0BB-48F8-8219-A14497E17F9C}" destId="{146F5435-E94B-4C00-8711-067BFB1AEFA3}" srcOrd="2" destOrd="0" presId="urn:microsoft.com/office/officeart/2018/2/layout/IconVerticalSolidList"/>
    <dgm:cxn modelId="{6958834B-F4A3-418B-BFC6-8283FCF0A226}" type="presParOf" srcId="{24E884E0-B0BB-48F8-8219-A14497E17F9C}" destId="{F936F195-E914-483F-B4E6-BCB7F19C6758}" srcOrd="3" destOrd="0" presId="urn:microsoft.com/office/officeart/2018/2/layout/IconVerticalSolidList"/>
    <dgm:cxn modelId="{760BA71E-9647-48BB-8666-D98E7AC4E5C2}" type="presParOf" srcId="{1E8352FF-28F8-4621-910D-E77C151F6202}" destId="{FB3210A9-92AC-4733-9352-474B8DD00959}" srcOrd="1" destOrd="0" presId="urn:microsoft.com/office/officeart/2018/2/layout/IconVerticalSolidList"/>
    <dgm:cxn modelId="{7D0F7FD5-6CC2-40B1-8FBC-E96E4304AFE7}" type="presParOf" srcId="{1E8352FF-28F8-4621-910D-E77C151F6202}" destId="{3ED21A57-0333-42C4-A473-867BDE523D3D}" srcOrd="2" destOrd="0" presId="urn:microsoft.com/office/officeart/2018/2/layout/IconVerticalSolidList"/>
    <dgm:cxn modelId="{2432D10A-075F-4DBD-B03A-982E2D2D0BD9}" type="presParOf" srcId="{3ED21A57-0333-42C4-A473-867BDE523D3D}" destId="{51BE9CC7-43F3-4C87-A052-38225F681565}" srcOrd="0" destOrd="0" presId="urn:microsoft.com/office/officeart/2018/2/layout/IconVerticalSolidList"/>
    <dgm:cxn modelId="{EDFC5609-EEDB-4FD6-A966-76A1A9C17BAB}" type="presParOf" srcId="{3ED21A57-0333-42C4-A473-867BDE523D3D}" destId="{8ADC004A-92B8-4F1B-B4F3-9D9DFCA374E3}" srcOrd="1" destOrd="0" presId="urn:microsoft.com/office/officeart/2018/2/layout/IconVerticalSolidList"/>
    <dgm:cxn modelId="{85A92634-017A-4B63-A04B-75D867176DA7}" type="presParOf" srcId="{3ED21A57-0333-42C4-A473-867BDE523D3D}" destId="{7CB62057-1308-44CD-86FC-1E9E3E793FCF}" srcOrd="2" destOrd="0" presId="urn:microsoft.com/office/officeart/2018/2/layout/IconVerticalSolidList"/>
    <dgm:cxn modelId="{6BBD73EE-9FF3-4DE9-830E-2D121B3E3C36}" type="presParOf" srcId="{3ED21A57-0333-42C4-A473-867BDE523D3D}" destId="{7A88988F-463E-4696-8BEA-6245BB208F23}" srcOrd="3" destOrd="0" presId="urn:microsoft.com/office/officeart/2018/2/layout/IconVerticalSolidList"/>
    <dgm:cxn modelId="{B73FD330-3E7F-4113-BC54-4908629DF951}" type="presParOf" srcId="{1E8352FF-28F8-4621-910D-E77C151F6202}" destId="{98EDFA92-A656-498F-AE7B-F78BAE413117}" srcOrd="3" destOrd="0" presId="urn:microsoft.com/office/officeart/2018/2/layout/IconVerticalSolidList"/>
    <dgm:cxn modelId="{104E88BE-B6DE-46E4-8C0B-8D27373C32A2}" type="presParOf" srcId="{1E8352FF-28F8-4621-910D-E77C151F6202}" destId="{5DCDE9C1-771C-46E6-9207-1BBE9801FA71}" srcOrd="4" destOrd="0" presId="urn:microsoft.com/office/officeart/2018/2/layout/IconVerticalSolidList"/>
    <dgm:cxn modelId="{5EA1C6CB-5CE9-4F2B-BB27-FE217FE1A436}" type="presParOf" srcId="{5DCDE9C1-771C-46E6-9207-1BBE9801FA71}" destId="{15E2A138-434D-4DEE-81B1-B1C0AFE36188}" srcOrd="0" destOrd="0" presId="urn:microsoft.com/office/officeart/2018/2/layout/IconVerticalSolidList"/>
    <dgm:cxn modelId="{5537564B-55E5-4D67-9F1E-AF434E05DA7B}" type="presParOf" srcId="{5DCDE9C1-771C-46E6-9207-1BBE9801FA71}" destId="{93695DBE-7F9E-490A-A2EA-11D510A0738F}" srcOrd="1" destOrd="0" presId="urn:microsoft.com/office/officeart/2018/2/layout/IconVerticalSolidList"/>
    <dgm:cxn modelId="{644C2C05-789D-4CE2-B36F-A048D42F2D74}" type="presParOf" srcId="{5DCDE9C1-771C-46E6-9207-1BBE9801FA71}" destId="{F6AC00E1-6605-4C94-AF1C-0A72E92B41A2}" srcOrd="2" destOrd="0" presId="urn:microsoft.com/office/officeart/2018/2/layout/IconVerticalSolidList"/>
    <dgm:cxn modelId="{0CCF557F-68F2-4ADB-9A15-19B612419342}" type="presParOf" srcId="{5DCDE9C1-771C-46E6-9207-1BBE9801FA71}" destId="{EFE97A73-FD6B-4435-A32E-4BE09B67B0A4}" srcOrd="3" destOrd="0" presId="urn:microsoft.com/office/officeart/2018/2/layout/IconVerticalSolidList"/>
    <dgm:cxn modelId="{19531386-5FDB-430F-8429-EA7178ACEDE4}" type="presParOf" srcId="{1E8352FF-28F8-4621-910D-E77C151F6202}" destId="{BA3DA55E-902B-4836-91B3-77BEFBE95997}" srcOrd="5" destOrd="0" presId="urn:microsoft.com/office/officeart/2018/2/layout/IconVerticalSolidList"/>
    <dgm:cxn modelId="{87DEAFF8-85B5-42F7-84BD-31FF2B011E60}" type="presParOf" srcId="{1E8352FF-28F8-4621-910D-E77C151F6202}" destId="{F0BA0C82-2E20-425F-8444-F0D5015643F3}" srcOrd="6" destOrd="0" presId="urn:microsoft.com/office/officeart/2018/2/layout/IconVerticalSolidList"/>
    <dgm:cxn modelId="{6E1142D3-161D-474F-9C59-CB46C002B4D9}" type="presParOf" srcId="{F0BA0C82-2E20-425F-8444-F0D5015643F3}" destId="{917912C2-00FF-4DAE-8F5C-A3972F6323AB}" srcOrd="0" destOrd="0" presId="urn:microsoft.com/office/officeart/2018/2/layout/IconVerticalSolidList"/>
    <dgm:cxn modelId="{E86B4FD2-CE71-40C3-9F9F-D9C8CE1C95AB}" type="presParOf" srcId="{F0BA0C82-2E20-425F-8444-F0D5015643F3}" destId="{29DD629F-590A-447C-9677-F2DA418AC76B}" srcOrd="1" destOrd="0" presId="urn:microsoft.com/office/officeart/2018/2/layout/IconVerticalSolidList"/>
    <dgm:cxn modelId="{3BA9A450-A41F-412A-BAE3-B7512DC26796}" type="presParOf" srcId="{F0BA0C82-2E20-425F-8444-F0D5015643F3}" destId="{B9C5AE81-7227-4FB8-90C3-56AF19CEC677}" srcOrd="2" destOrd="0" presId="urn:microsoft.com/office/officeart/2018/2/layout/IconVerticalSolidList"/>
    <dgm:cxn modelId="{50216579-1540-4D46-830D-2E7FC0D70C4D}" type="presParOf" srcId="{F0BA0C82-2E20-425F-8444-F0D5015643F3}" destId="{D49BF1EB-0D51-4562-8A3B-A0A43B9DC8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A45A1F-07CD-42A8-9267-66EA557328A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A8FC86D-F6DA-40EE-99DC-2F44631E5685}">
      <dgm:prSet/>
      <dgm:spPr/>
      <dgm:t>
        <a:bodyPr/>
        <a:lstStyle/>
        <a:p>
          <a:r>
            <a:rPr lang="pt-BR" b="0" i="0" dirty="0"/>
            <a:t>• Calcula o preço médio de todas as fontes.</a:t>
          </a:r>
          <a:endParaRPr lang="en-US" dirty="0"/>
        </a:p>
      </dgm:t>
    </dgm:pt>
    <dgm:pt modelId="{41AAC035-CD6A-474F-A4BB-D4C90BDC507B}" type="parTrans" cxnId="{FE88E6B5-1733-4581-8C17-C9E8CC12042F}">
      <dgm:prSet/>
      <dgm:spPr/>
      <dgm:t>
        <a:bodyPr/>
        <a:lstStyle/>
        <a:p>
          <a:endParaRPr lang="en-US"/>
        </a:p>
      </dgm:t>
    </dgm:pt>
    <dgm:pt modelId="{ED23A130-D29B-439B-92F4-5FAC9E17AF50}" type="sibTrans" cxnId="{FE88E6B5-1733-4581-8C17-C9E8CC12042F}">
      <dgm:prSet/>
      <dgm:spPr/>
      <dgm:t>
        <a:bodyPr/>
        <a:lstStyle/>
        <a:p>
          <a:endParaRPr lang="en-US"/>
        </a:p>
      </dgm:t>
    </dgm:pt>
    <dgm:pt modelId="{EB5DBF86-4151-4B42-A9E8-142BCEE77BB6}">
      <dgm:prSet/>
      <dgm:spPr/>
      <dgm:t>
        <a:bodyPr/>
        <a:lstStyle/>
        <a:p>
          <a:r>
            <a:rPr lang="pt-BR" b="0" i="0" dirty="0"/>
            <a:t>• Compara os preços informados com a média.</a:t>
          </a:r>
          <a:endParaRPr lang="en-US" dirty="0"/>
        </a:p>
      </dgm:t>
    </dgm:pt>
    <dgm:pt modelId="{55ABC24D-AAC5-4253-A67C-EF3B732ED743}" type="parTrans" cxnId="{4B5EF236-8595-4216-9105-868B5BA14BE8}">
      <dgm:prSet/>
      <dgm:spPr/>
      <dgm:t>
        <a:bodyPr/>
        <a:lstStyle/>
        <a:p>
          <a:endParaRPr lang="en-US"/>
        </a:p>
      </dgm:t>
    </dgm:pt>
    <dgm:pt modelId="{670CF9B1-2458-402E-97C6-4587489A57B7}" type="sibTrans" cxnId="{4B5EF236-8595-4216-9105-868B5BA14BE8}">
      <dgm:prSet/>
      <dgm:spPr/>
      <dgm:t>
        <a:bodyPr/>
        <a:lstStyle/>
        <a:p>
          <a:endParaRPr lang="en-US"/>
        </a:p>
      </dgm:t>
    </dgm:pt>
    <dgm:pt modelId="{D9E74051-A416-4264-B178-17DF26ECFE86}">
      <dgm:prSet/>
      <dgm:spPr/>
      <dgm:t>
        <a:bodyPr/>
        <a:lstStyle/>
        <a:p>
          <a:r>
            <a:rPr lang="pt-BR" b="0" i="0" dirty="0"/>
            <a:t>• Rejeita preços que se desviam mais de ±10% da média.</a:t>
          </a:r>
          <a:endParaRPr lang="en-US" dirty="0"/>
        </a:p>
      </dgm:t>
    </dgm:pt>
    <dgm:pt modelId="{594C96EA-97CE-40DE-8FC6-6A4D075DE015}" type="parTrans" cxnId="{74B6E408-B901-4DEC-9470-67F69AC5CD48}">
      <dgm:prSet/>
      <dgm:spPr/>
      <dgm:t>
        <a:bodyPr/>
        <a:lstStyle/>
        <a:p>
          <a:endParaRPr lang="en-US"/>
        </a:p>
      </dgm:t>
    </dgm:pt>
    <dgm:pt modelId="{11354051-8290-44D3-A97E-AAF875F924B7}" type="sibTrans" cxnId="{74B6E408-B901-4DEC-9470-67F69AC5CD48}">
      <dgm:prSet/>
      <dgm:spPr/>
      <dgm:t>
        <a:bodyPr/>
        <a:lstStyle/>
        <a:p>
          <a:endParaRPr lang="en-US"/>
        </a:p>
      </dgm:t>
    </dgm:pt>
    <dgm:pt modelId="{6F67E866-E22F-44C7-91CB-BCEDE49FAA8E}">
      <dgm:prSet/>
      <dgm:spPr/>
      <dgm:t>
        <a:bodyPr/>
        <a:lstStyle/>
        <a:p>
          <a:r>
            <a:rPr lang="pt-BR" b="0" i="0" dirty="0"/>
            <a:t>• Garante que apenas preços válidos sejam usados no protocolo.</a:t>
          </a:r>
          <a:endParaRPr lang="en-US" dirty="0"/>
        </a:p>
      </dgm:t>
    </dgm:pt>
    <dgm:pt modelId="{51A84756-09CD-4C80-AAD8-E01C9466D399}" type="parTrans" cxnId="{7B9B61EB-B577-4F87-BABB-BE47213EAF05}">
      <dgm:prSet/>
      <dgm:spPr/>
      <dgm:t>
        <a:bodyPr/>
        <a:lstStyle/>
        <a:p>
          <a:endParaRPr lang="en-US"/>
        </a:p>
      </dgm:t>
    </dgm:pt>
    <dgm:pt modelId="{F865A453-C6E8-43A0-A877-33DDC4389274}" type="sibTrans" cxnId="{7B9B61EB-B577-4F87-BABB-BE47213EAF05}">
      <dgm:prSet/>
      <dgm:spPr/>
      <dgm:t>
        <a:bodyPr/>
        <a:lstStyle/>
        <a:p>
          <a:endParaRPr lang="en-US"/>
        </a:p>
      </dgm:t>
    </dgm:pt>
    <dgm:pt modelId="{17C8EA98-F08A-4E68-85A3-474950E2F92E}" type="pres">
      <dgm:prSet presAssocID="{95A45A1F-07CD-42A8-9267-66EA557328A5}" presName="vert0" presStyleCnt="0">
        <dgm:presLayoutVars>
          <dgm:dir/>
          <dgm:animOne val="branch"/>
          <dgm:animLvl val="lvl"/>
        </dgm:presLayoutVars>
      </dgm:prSet>
      <dgm:spPr/>
    </dgm:pt>
    <dgm:pt modelId="{D794EBF2-68E7-4E93-8C36-E90E7B3C89BC}" type="pres">
      <dgm:prSet presAssocID="{8A8FC86D-F6DA-40EE-99DC-2F44631E5685}" presName="thickLine" presStyleLbl="alignNode1" presStyleIdx="0" presStyleCnt="4"/>
      <dgm:spPr/>
    </dgm:pt>
    <dgm:pt modelId="{5C4841BC-1733-426A-93D6-EC448A296E1A}" type="pres">
      <dgm:prSet presAssocID="{8A8FC86D-F6DA-40EE-99DC-2F44631E5685}" presName="horz1" presStyleCnt="0"/>
      <dgm:spPr/>
    </dgm:pt>
    <dgm:pt modelId="{63DB76C9-F4BB-40A5-9254-EF04E910EE02}" type="pres">
      <dgm:prSet presAssocID="{8A8FC86D-F6DA-40EE-99DC-2F44631E5685}" presName="tx1" presStyleLbl="revTx" presStyleIdx="0" presStyleCnt="4"/>
      <dgm:spPr/>
    </dgm:pt>
    <dgm:pt modelId="{A84E5FDB-8756-4B90-83E6-D6038B158938}" type="pres">
      <dgm:prSet presAssocID="{8A8FC86D-F6DA-40EE-99DC-2F44631E5685}" presName="vert1" presStyleCnt="0"/>
      <dgm:spPr/>
    </dgm:pt>
    <dgm:pt modelId="{7C6F2091-E639-4AF6-B64D-D0DCCA35068F}" type="pres">
      <dgm:prSet presAssocID="{EB5DBF86-4151-4B42-A9E8-142BCEE77BB6}" presName="thickLine" presStyleLbl="alignNode1" presStyleIdx="1" presStyleCnt="4"/>
      <dgm:spPr/>
    </dgm:pt>
    <dgm:pt modelId="{01A69346-858D-411C-8F41-946FAE015902}" type="pres">
      <dgm:prSet presAssocID="{EB5DBF86-4151-4B42-A9E8-142BCEE77BB6}" presName="horz1" presStyleCnt="0"/>
      <dgm:spPr/>
    </dgm:pt>
    <dgm:pt modelId="{077FA61A-81BA-423B-9D94-D93DB8C3B9CC}" type="pres">
      <dgm:prSet presAssocID="{EB5DBF86-4151-4B42-A9E8-142BCEE77BB6}" presName="tx1" presStyleLbl="revTx" presStyleIdx="1" presStyleCnt="4"/>
      <dgm:spPr/>
    </dgm:pt>
    <dgm:pt modelId="{98D39355-24B4-4BBE-8D59-E1BBF4264DA3}" type="pres">
      <dgm:prSet presAssocID="{EB5DBF86-4151-4B42-A9E8-142BCEE77BB6}" presName="vert1" presStyleCnt="0"/>
      <dgm:spPr/>
    </dgm:pt>
    <dgm:pt modelId="{38FF8331-6BDD-4140-9085-24DAC29A032A}" type="pres">
      <dgm:prSet presAssocID="{D9E74051-A416-4264-B178-17DF26ECFE86}" presName="thickLine" presStyleLbl="alignNode1" presStyleIdx="2" presStyleCnt="4"/>
      <dgm:spPr/>
    </dgm:pt>
    <dgm:pt modelId="{E3A911B4-5CAB-41E8-8223-1E872DA61ABC}" type="pres">
      <dgm:prSet presAssocID="{D9E74051-A416-4264-B178-17DF26ECFE86}" presName="horz1" presStyleCnt="0"/>
      <dgm:spPr/>
    </dgm:pt>
    <dgm:pt modelId="{1D92654E-2278-44D8-BCEB-F0A1A6D7B6F3}" type="pres">
      <dgm:prSet presAssocID="{D9E74051-A416-4264-B178-17DF26ECFE86}" presName="tx1" presStyleLbl="revTx" presStyleIdx="2" presStyleCnt="4"/>
      <dgm:spPr/>
    </dgm:pt>
    <dgm:pt modelId="{631A8775-806A-4C7B-9863-24FF1B28A50A}" type="pres">
      <dgm:prSet presAssocID="{D9E74051-A416-4264-B178-17DF26ECFE86}" presName="vert1" presStyleCnt="0"/>
      <dgm:spPr/>
    </dgm:pt>
    <dgm:pt modelId="{6F00BD50-AF50-4753-AB41-B28328A429DE}" type="pres">
      <dgm:prSet presAssocID="{6F67E866-E22F-44C7-91CB-BCEDE49FAA8E}" presName="thickLine" presStyleLbl="alignNode1" presStyleIdx="3" presStyleCnt="4"/>
      <dgm:spPr/>
    </dgm:pt>
    <dgm:pt modelId="{BA008052-EB7C-4D8B-A553-34FB82DE9388}" type="pres">
      <dgm:prSet presAssocID="{6F67E866-E22F-44C7-91CB-BCEDE49FAA8E}" presName="horz1" presStyleCnt="0"/>
      <dgm:spPr/>
    </dgm:pt>
    <dgm:pt modelId="{1C2E9C33-8E80-482D-A2F5-4BB221315B8D}" type="pres">
      <dgm:prSet presAssocID="{6F67E866-E22F-44C7-91CB-BCEDE49FAA8E}" presName="tx1" presStyleLbl="revTx" presStyleIdx="3" presStyleCnt="4"/>
      <dgm:spPr/>
    </dgm:pt>
    <dgm:pt modelId="{DFC96969-D65F-47AD-9C4F-F0EF35678805}" type="pres">
      <dgm:prSet presAssocID="{6F67E866-E22F-44C7-91CB-BCEDE49FAA8E}" presName="vert1" presStyleCnt="0"/>
      <dgm:spPr/>
    </dgm:pt>
  </dgm:ptLst>
  <dgm:cxnLst>
    <dgm:cxn modelId="{74B6E408-B901-4DEC-9470-67F69AC5CD48}" srcId="{95A45A1F-07CD-42A8-9267-66EA557328A5}" destId="{D9E74051-A416-4264-B178-17DF26ECFE86}" srcOrd="2" destOrd="0" parTransId="{594C96EA-97CE-40DE-8FC6-6A4D075DE015}" sibTransId="{11354051-8290-44D3-A97E-AAF875F924B7}"/>
    <dgm:cxn modelId="{4B5EF236-8595-4216-9105-868B5BA14BE8}" srcId="{95A45A1F-07CD-42A8-9267-66EA557328A5}" destId="{EB5DBF86-4151-4B42-A9E8-142BCEE77BB6}" srcOrd="1" destOrd="0" parTransId="{55ABC24D-AAC5-4253-A67C-EF3B732ED743}" sibTransId="{670CF9B1-2458-402E-97C6-4587489A57B7}"/>
    <dgm:cxn modelId="{018BF43F-9CE4-4BA2-B373-17C2E9846F67}" type="presOf" srcId="{EB5DBF86-4151-4B42-A9E8-142BCEE77BB6}" destId="{077FA61A-81BA-423B-9D94-D93DB8C3B9CC}" srcOrd="0" destOrd="0" presId="urn:microsoft.com/office/officeart/2008/layout/LinedList"/>
    <dgm:cxn modelId="{5FB62841-17F6-4C8F-A597-3B1396652A79}" type="presOf" srcId="{95A45A1F-07CD-42A8-9267-66EA557328A5}" destId="{17C8EA98-F08A-4E68-85A3-474950E2F92E}" srcOrd="0" destOrd="0" presId="urn:microsoft.com/office/officeart/2008/layout/LinedList"/>
    <dgm:cxn modelId="{C0B9097A-A193-45EF-9DE3-010F1FE88C81}" type="presOf" srcId="{D9E74051-A416-4264-B178-17DF26ECFE86}" destId="{1D92654E-2278-44D8-BCEB-F0A1A6D7B6F3}" srcOrd="0" destOrd="0" presId="urn:microsoft.com/office/officeart/2008/layout/LinedList"/>
    <dgm:cxn modelId="{0AEC75A1-211F-4E8B-8D6C-6BA0601AF0CA}" type="presOf" srcId="{6F67E866-E22F-44C7-91CB-BCEDE49FAA8E}" destId="{1C2E9C33-8E80-482D-A2F5-4BB221315B8D}" srcOrd="0" destOrd="0" presId="urn:microsoft.com/office/officeart/2008/layout/LinedList"/>
    <dgm:cxn modelId="{BEB107B2-57C1-4DBB-ACF1-A73207B8AA8C}" type="presOf" srcId="{8A8FC86D-F6DA-40EE-99DC-2F44631E5685}" destId="{63DB76C9-F4BB-40A5-9254-EF04E910EE02}" srcOrd="0" destOrd="0" presId="urn:microsoft.com/office/officeart/2008/layout/LinedList"/>
    <dgm:cxn modelId="{FE88E6B5-1733-4581-8C17-C9E8CC12042F}" srcId="{95A45A1F-07CD-42A8-9267-66EA557328A5}" destId="{8A8FC86D-F6DA-40EE-99DC-2F44631E5685}" srcOrd="0" destOrd="0" parTransId="{41AAC035-CD6A-474F-A4BB-D4C90BDC507B}" sibTransId="{ED23A130-D29B-439B-92F4-5FAC9E17AF50}"/>
    <dgm:cxn modelId="{7B9B61EB-B577-4F87-BABB-BE47213EAF05}" srcId="{95A45A1F-07CD-42A8-9267-66EA557328A5}" destId="{6F67E866-E22F-44C7-91CB-BCEDE49FAA8E}" srcOrd="3" destOrd="0" parTransId="{51A84756-09CD-4C80-AAD8-E01C9466D399}" sibTransId="{F865A453-C6E8-43A0-A877-33DDC4389274}"/>
    <dgm:cxn modelId="{0CE7EFF4-11AC-456A-BA60-64DBA775B950}" type="presParOf" srcId="{17C8EA98-F08A-4E68-85A3-474950E2F92E}" destId="{D794EBF2-68E7-4E93-8C36-E90E7B3C89BC}" srcOrd="0" destOrd="0" presId="urn:microsoft.com/office/officeart/2008/layout/LinedList"/>
    <dgm:cxn modelId="{424EB6A9-FFC8-4DC3-9E48-B25B640686CE}" type="presParOf" srcId="{17C8EA98-F08A-4E68-85A3-474950E2F92E}" destId="{5C4841BC-1733-426A-93D6-EC448A296E1A}" srcOrd="1" destOrd="0" presId="urn:microsoft.com/office/officeart/2008/layout/LinedList"/>
    <dgm:cxn modelId="{E529FCD2-454A-4259-A811-EF2FA67866E8}" type="presParOf" srcId="{5C4841BC-1733-426A-93D6-EC448A296E1A}" destId="{63DB76C9-F4BB-40A5-9254-EF04E910EE02}" srcOrd="0" destOrd="0" presId="urn:microsoft.com/office/officeart/2008/layout/LinedList"/>
    <dgm:cxn modelId="{D915E47E-2CA8-448D-A7FC-823675F19604}" type="presParOf" srcId="{5C4841BC-1733-426A-93D6-EC448A296E1A}" destId="{A84E5FDB-8756-4B90-83E6-D6038B158938}" srcOrd="1" destOrd="0" presId="urn:microsoft.com/office/officeart/2008/layout/LinedList"/>
    <dgm:cxn modelId="{F7891746-0773-408B-857F-F8D3812B6830}" type="presParOf" srcId="{17C8EA98-F08A-4E68-85A3-474950E2F92E}" destId="{7C6F2091-E639-4AF6-B64D-D0DCCA35068F}" srcOrd="2" destOrd="0" presId="urn:microsoft.com/office/officeart/2008/layout/LinedList"/>
    <dgm:cxn modelId="{CB480468-01BD-4EBE-AFE9-D2B8123782AD}" type="presParOf" srcId="{17C8EA98-F08A-4E68-85A3-474950E2F92E}" destId="{01A69346-858D-411C-8F41-946FAE015902}" srcOrd="3" destOrd="0" presId="urn:microsoft.com/office/officeart/2008/layout/LinedList"/>
    <dgm:cxn modelId="{FA0C7F7F-E795-4C15-A301-598779754A0C}" type="presParOf" srcId="{01A69346-858D-411C-8F41-946FAE015902}" destId="{077FA61A-81BA-423B-9D94-D93DB8C3B9CC}" srcOrd="0" destOrd="0" presId="urn:microsoft.com/office/officeart/2008/layout/LinedList"/>
    <dgm:cxn modelId="{C1EC047B-65E3-4E75-9E81-098C29CE4DE5}" type="presParOf" srcId="{01A69346-858D-411C-8F41-946FAE015902}" destId="{98D39355-24B4-4BBE-8D59-E1BBF4264DA3}" srcOrd="1" destOrd="0" presId="urn:microsoft.com/office/officeart/2008/layout/LinedList"/>
    <dgm:cxn modelId="{8C4105E7-BE21-4FF4-B69D-6941BDAC6DBE}" type="presParOf" srcId="{17C8EA98-F08A-4E68-85A3-474950E2F92E}" destId="{38FF8331-6BDD-4140-9085-24DAC29A032A}" srcOrd="4" destOrd="0" presId="urn:microsoft.com/office/officeart/2008/layout/LinedList"/>
    <dgm:cxn modelId="{DF374FD0-A87A-40FF-B09A-8D45689A5D50}" type="presParOf" srcId="{17C8EA98-F08A-4E68-85A3-474950E2F92E}" destId="{E3A911B4-5CAB-41E8-8223-1E872DA61ABC}" srcOrd="5" destOrd="0" presId="urn:microsoft.com/office/officeart/2008/layout/LinedList"/>
    <dgm:cxn modelId="{CC60C5A4-A915-42FD-9CE1-71680226FD41}" type="presParOf" srcId="{E3A911B4-5CAB-41E8-8223-1E872DA61ABC}" destId="{1D92654E-2278-44D8-BCEB-F0A1A6D7B6F3}" srcOrd="0" destOrd="0" presId="urn:microsoft.com/office/officeart/2008/layout/LinedList"/>
    <dgm:cxn modelId="{91EDE325-F510-44DA-BF95-AD20F004DB0F}" type="presParOf" srcId="{E3A911B4-5CAB-41E8-8223-1E872DA61ABC}" destId="{631A8775-806A-4C7B-9863-24FF1B28A50A}" srcOrd="1" destOrd="0" presId="urn:microsoft.com/office/officeart/2008/layout/LinedList"/>
    <dgm:cxn modelId="{58BA4929-36AD-4903-B0E1-890DEA751AA3}" type="presParOf" srcId="{17C8EA98-F08A-4E68-85A3-474950E2F92E}" destId="{6F00BD50-AF50-4753-AB41-B28328A429DE}" srcOrd="6" destOrd="0" presId="urn:microsoft.com/office/officeart/2008/layout/LinedList"/>
    <dgm:cxn modelId="{B30D6E9C-2624-465C-85A1-0E16359A3018}" type="presParOf" srcId="{17C8EA98-F08A-4E68-85A3-474950E2F92E}" destId="{BA008052-EB7C-4D8B-A553-34FB82DE9388}" srcOrd="7" destOrd="0" presId="urn:microsoft.com/office/officeart/2008/layout/LinedList"/>
    <dgm:cxn modelId="{A58A73A2-BB0D-4091-9301-06594B586A07}" type="presParOf" srcId="{BA008052-EB7C-4D8B-A553-34FB82DE9388}" destId="{1C2E9C33-8E80-482D-A2F5-4BB221315B8D}" srcOrd="0" destOrd="0" presId="urn:microsoft.com/office/officeart/2008/layout/LinedList"/>
    <dgm:cxn modelId="{927C5EA1-9D4A-4124-B273-8B5098368106}" type="presParOf" srcId="{BA008052-EB7C-4D8B-A553-34FB82DE9388}" destId="{DFC96969-D65F-47AD-9C4F-F0EF3567880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C07CF8-B7DB-44D2-8073-C002C45226DA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F3FA38B-4214-48CA-8B0C-BEE3D9C7BFC8}">
      <dgm:prSet/>
      <dgm:spPr/>
      <dgm:t>
        <a:bodyPr/>
        <a:lstStyle/>
        <a:p>
          <a:r>
            <a:rPr lang="pt-BR" b="0" i="0" dirty="0"/>
            <a:t>1. Defesa contra preços manipulados: Filtra os preços manipulados.</a:t>
          </a:r>
          <a:endParaRPr lang="en-US" dirty="0"/>
        </a:p>
      </dgm:t>
    </dgm:pt>
    <dgm:pt modelId="{EE61E654-F55A-44F3-B214-E4F468DF4271}" type="parTrans" cxnId="{97A2FD3F-A316-44BD-B762-AF54DFE49E54}">
      <dgm:prSet/>
      <dgm:spPr/>
      <dgm:t>
        <a:bodyPr/>
        <a:lstStyle/>
        <a:p>
          <a:endParaRPr lang="en-US"/>
        </a:p>
      </dgm:t>
    </dgm:pt>
    <dgm:pt modelId="{DC275CD7-1FD8-4DE3-B83A-A8EE5D40203A}" type="sibTrans" cxnId="{97A2FD3F-A316-44BD-B762-AF54DFE49E54}">
      <dgm:prSet/>
      <dgm:spPr/>
      <dgm:t>
        <a:bodyPr/>
        <a:lstStyle/>
        <a:p>
          <a:endParaRPr lang="en-US"/>
        </a:p>
      </dgm:t>
    </dgm:pt>
    <dgm:pt modelId="{97366DE2-03ED-4C67-AADB-F89FA45DC5EC}">
      <dgm:prSet/>
      <dgm:spPr/>
      <dgm:t>
        <a:bodyPr/>
        <a:lstStyle/>
        <a:p>
          <a:r>
            <a:rPr lang="pt-BR" b="0" i="0" dirty="0"/>
            <a:t>2. Resiliência de fonte tripla: Combina dados de vários oráculos para redundância.</a:t>
          </a:r>
          <a:endParaRPr lang="en-US" dirty="0"/>
        </a:p>
      </dgm:t>
    </dgm:pt>
    <dgm:pt modelId="{63D66E60-1B65-429A-BB11-CD1357C33826}" type="parTrans" cxnId="{2CCED5E5-BF81-48F1-9EE0-4A6C97FC80A4}">
      <dgm:prSet/>
      <dgm:spPr/>
      <dgm:t>
        <a:bodyPr/>
        <a:lstStyle/>
        <a:p>
          <a:endParaRPr lang="en-US"/>
        </a:p>
      </dgm:t>
    </dgm:pt>
    <dgm:pt modelId="{42CF0416-FF11-4384-B065-892A61C0FEDD}" type="sibTrans" cxnId="{2CCED5E5-BF81-48F1-9EE0-4A6C97FC80A4}">
      <dgm:prSet/>
      <dgm:spPr/>
      <dgm:t>
        <a:bodyPr/>
        <a:lstStyle/>
        <a:p>
          <a:endParaRPr lang="en-US"/>
        </a:p>
      </dgm:t>
    </dgm:pt>
    <dgm:pt modelId="{6F0E1E10-F690-49A8-B13E-3D4B24ECE084}">
      <dgm:prSet/>
      <dgm:spPr/>
      <dgm:t>
        <a:bodyPr/>
        <a:lstStyle/>
        <a:p>
          <a:r>
            <a:rPr lang="pt-BR" b="0" i="0" dirty="0"/>
            <a:t>3. Monitoramento em tempo real: detecta e bloqueia anomalias de preços.</a:t>
          </a:r>
          <a:endParaRPr lang="en-US" dirty="0"/>
        </a:p>
      </dgm:t>
    </dgm:pt>
    <dgm:pt modelId="{57E6DAE5-7C1F-4A98-A445-23CAFDE695AB}" type="parTrans" cxnId="{A42A00C6-10C8-4BEA-A101-BBEE634A229D}">
      <dgm:prSet/>
      <dgm:spPr/>
      <dgm:t>
        <a:bodyPr/>
        <a:lstStyle/>
        <a:p>
          <a:endParaRPr lang="en-US"/>
        </a:p>
      </dgm:t>
    </dgm:pt>
    <dgm:pt modelId="{5DD35317-C2C7-48CC-A008-D72B7CF60D34}" type="sibTrans" cxnId="{A42A00C6-10C8-4BEA-A101-BBEE634A229D}">
      <dgm:prSet/>
      <dgm:spPr/>
      <dgm:t>
        <a:bodyPr/>
        <a:lstStyle/>
        <a:p>
          <a:endParaRPr lang="en-US"/>
        </a:p>
      </dgm:t>
    </dgm:pt>
    <dgm:pt modelId="{8A1AEF99-B06F-4C04-B33F-52B90FE7E061}">
      <dgm:prSet/>
      <dgm:spPr/>
      <dgm:t>
        <a:bodyPr/>
        <a:lstStyle/>
        <a:p>
          <a:r>
            <a:rPr lang="pt-BR" b="0" i="0" dirty="0"/>
            <a:t>4. Integração plug-</a:t>
          </a:r>
          <a:r>
            <a:rPr lang="pt-BR" b="0" i="0" dirty="0" err="1"/>
            <a:t>and</a:t>
          </a:r>
          <a:r>
            <a:rPr lang="pt-BR" b="0" i="0" dirty="0"/>
            <a:t>-play: Fácil de adotar para protocolos </a:t>
          </a:r>
          <a:r>
            <a:rPr lang="pt-BR" b="0" i="0" dirty="0" err="1"/>
            <a:t>DeFi</a:t>
          </a:r>
          <a:r>
            <a:rPr lang="pt-BR" b="0" i="0" dirty="0"/>
            <a:t>.</a:t>
          </a:r>
          <a:endParaRPr lang="en-US" dirty="0"/>
        </a:p>
      </dgm:t>
    </dgm:pt>
    <dgm:pt modelId="{394B79DD-FFAB-499D-B229-638D30194987}" type="parTrans" cxnId="{F9B217D9-C471-49D6-9CC8-4B9D7C72ED9D}">
      <dgm:prSet/>
      <dgm:spPr/>
      <dgm:t>
        <a:bodyPr/>
        <a:lstStyle/>
        <a:p>
          <a:endParaRPr lang="en-US"/>
        </a:p>
      </dgm:t>
    </dgm:pt>
    <dgm:pt modelId="{97EE2A59-BC21-4DD0-AC21-BA79BA028972}" type="sibTrans" cxnId="{F9B217D9-C471-49D6-9CC8-4B9D7C72ED9D}">
      <dgm:prSet/>
      <dgm:spPr/>
      <dgm:t>
        <a:bodyPr/>
        <a:lstStyle/>
        <a:p>
          <a:endParaRPr lang="en-US"/>
        </a:p>
      </dgm:t>
    </dgm:pt>
    <dgm:pt modelId="{EDE3715D-CE68-4359-811D-04EF24CC4024}">
      <dgm:prSet/>
      <dgm:spPr/>
      <dgm:t>
        <a:bodyPr/>
        <a:lstStyle/>
        <a:p>
          <a:r>
            <a:rPr lang="pt-BR" b="0" i="0" dirty="0"/>
            <a:t>5. Confiança aprimorada: Cria confiança entre usuários e investidores.</a:t>
          </a:r>
          <a:endParaRPr lang="en-US" b="0" i="0" dirty="0"/>
        </a:p>
      </dgm:t>
    </dgm:pt>
    <dgm:pt modelId="{D08DC2D4-0346-49EA-BA52-42EDA0BAF336}" type="parTrans" cxnId="{01A3CF8E-CBFD-4791-B406-4E5BBE2EE8E4}">
      <dgm:prSet/>
      <dgm:spPr/>
      <dgm:t>
        <a:bodyPr/>
        <a:lstStyle/>
        <a:p>
          <a:endParaRPr lang="en-US"/>
        </a:p>
      </dgm:t>
    </dgm:pt>
    <dgm:pt modelId="{451FC7AB-A966-41A5-A63B-90C491F2206B}" type="sibTrans" cxnId="{01A3CF8E-CBFD-4791-B406-4E5BBE2EE8E4}">
      <dgm:prSet/>
      <dgm:spPr/>
      <dgm:t>
        <a:bodyPr/>
        <a:lstStyle/>
        <a:p>
          <a:endParaRPr lang="en-US"/>
        </a:p>
      </dgm:t>
    </dgm:pt>
    <dgm:pt modelId="{1CAC44E0-CC2D-407A-9879-392B2BA1FE97}">
      <dgm:prSet/>
      <dgm:spPr/>
      <dgm:t>
        <a:bodyPr/>
        <a:lstStyle/>
        <a:p>
          <a:r>
            <a:rPr lang="pt-BR" b="0" i="0" dirty="0"/>
            <a:t>6. Fornece um mecanismo de defesa abrangente, não apenas dados.</a:t>
          </a:r>
          <a:endParaRPr lang="en-US" b="0" i="0" dirty="0"/>
        </a:p>
      </dgm:t>
    </dgm:pt>
    <dgm:pt modelId="{6C4C0C48-9DB6-4401-B8B1-9F2591FC3BD9}" type="parTrans" cxnId="{08D610AE-F298-4E6B-BCB6-F9C7836D3E00}">
      <dgm:prSet/>
      <dgm:spPr/>
      <dgm:t>
        <a:bodyPr/>
        <a:lstStyle/>
        <a:p>
          <a:endParaRPr lang="pt-BR"/>
        </a:p>
      </dgm:t>
    </dgm:pt>
    <dgm:pt modelId="{869E7C94-20E1-4E96-A8A8-2D64B89D7C7E}" type="sibTrans" cxnId="{08D610AE-F298-4E6B-BCB6-F9C7836D3E00}">
      <dgm:prSet/>
      <dgm:spPr/>
      <dgm:t>
        <a:bodyPr/>
        <a:lstStyle/>
        <a:p>
          <a:endParaRPr lang="pt-BR"/>
        </a:p>
      </dgm:t>
    </dgm:pt>
    <dgm:pt modelId="{18D92D49-D2C3-45A3-9D44-6C32BEA0A421}" type="pres">
      <dgm:prSet presAssocID="{85C07CF8-B7DB-44D2-8073-C002C45226DA}" presName="vert0" presStyleCnt="0">
        <dgm:presLayoutVars>
          <dgm:dir/>
          <dgm:animOne val="branch"/>
          <dgm:animLvl val="lvl"/>
        </dgm:presLayoutVars>
      </dgm:prSet>
      <dgm:spPr/>
    </dgm:pt>
    <dgm:pt modelId="{7E48834A-7907-434D-893C-83A20B7FF896}" type="pres">
      <dgm:prSet presAssocID="{CF3FA38B-4214-48CA-8B0C-BEE3D9C7BFC8}" presName="thickLine" presStyleLbl="alignNode1" presStyleIdx="0" presStyleCnt="6"/>
      <dgm:spPr/>
    </dgm:pt>
    <dgm:pt modelId="{4C75EECA-68F9-4873-B1C3-ABCCEBE4BC95}" type="pres">
      <dgm:prSet presAssocID="{CF3FA38B-4214-48CA-8B0C-BEE3D9C7BFC8}" presName="horz1" presStyleCnt="0"/>
      <dgm:spPr/>
    </dgm:pt>
    <dgm:pt modelId="{C4C1AEFD-5FF4-471B-941F-AC5490213105}" type="pres">
      <dgm:prSet presAssocID="{CF3FA38B-4214-48CA-8B0C-BEE3D9C7BFC8}" presName="tx1" presStyleLbl="revTx" presStyleIdx="0" presStyleCnt="6"/>
      <dgm:spPr/>
    </dgm:pt>
    <dgm:pt modelId="{6F87B4E0-41A2-494D-B856-0B7234A47609}" type="pres">
      <dgm:prSet presAssocID="{CF3FA38B-4214-48CA-8B0C-BEE3D9C7BFC8}" presName="vert1" presStyleCnt="0"/>
      <dgm:spPr/>
    </dgm:pt>
    <dgm:pt modelId="{B770A095-F28B-4229-AFAD-0B52EFFBD066}" type="pres">
      <dgm:prSet presAssocID="{97366DE2-03ED-4C67-AADB-F89FA45DC5EC}" presName="thickLine" presStyleLbl="alignNode1" presStyleIdx="1" presStyleCnt="6"/>
      <dgm:spPr/>
    </dgm:pt>
    <dgm:pt modelId="{D8B9C915-7741-4AD8-BD6F-A0BF030F27F8}" type="pres">
      <dgm:prSet presAssocID="{97366DE2-03ED-4C67-AADB-F89FA45DC5EC}" presName="horz1" presStyleCnt="0"/>
      <dgm:spPr/>
    </dgm:pt>
    <dgm:pt modelId="{3ADBC6E1-D80D-4A7A-99B0-C282BB7F753A}" type="pres">
      <dgm:prSet presAssocID="{97366DE2-03ED-4C67-AADB-F89FA45DC5EC}" presName="tx1" presStyleLbl="revTx" presStyleIdx="1" presStyleCnt="6"/>
      <dgm:spPr/>
    </dgm:pt>
    <dgm:pt modelId="{5AD29A94-FD98-4EB2-9F33-70D7388684E3}" type="pres">
      <dgm:prSet presAssocID="{97366DE2-03ED-4C67-AADB-F89FA45DC5EC}" presName="vert1" presStyleCnt="0"/>
      <dgm:spPr/>
    </dgm:pt>
    <dgm:pt modelId="{AAA52733-66B9-41DA-B4E7-08B6DC2F1ECE}" type="pres">
      <dgm:prSet presAssocID="{6F0E1E10-F690-49A8-B13E-3D4B24ECE084}" presName="thickLine" presStyleLbl="alignNode1" presStyleIdx="2" presStyleCnt="6"/>
      <dgm:spPr/>
    </dgm:pt>
    <dgm:pt modelId="{AB9B7214-CBAA-4BEE-B2EE-DA5BCC5767EE}" type="pres">
      <dgm:prSet presAssocID="{6F0E1E10-F690-49A8-B13E-3D4B24ECE084}" presName="horz1" presStyleCnt="0"/>
      <dgm:spPr/>
    </dgm:pt>
    <dgm:pt modelId="{ABDA0A6F-C1A3-436E-958F-064452706E08}" type="pres">
      <dgm:prSet presAssocID="{6F0E1E10-F690-49A8-B13E-3D4B24ECE084}" presName="tx1" presStyleLbl="revTx" presStyleIdx="2" presStyleCnt="6"/>
      <dgm:spPr/>
    </dgm:pt>
    <dgm:pt modelId="{9F755A88-914B-4EA9-8183-8FACE6AA1898}" type="pres">
      <dgm:prSet presAssocID="{6F0E1E10-F690-49A8-B13E-3D4B24ECE084}" presName="vert1" presStyleCnt="0"/>
      <dgm:spPr/>
    </dgm:pt>
    <dgm:pt modelId="{DE25E450-6E6A-4AE4-BAE9-68DAA89591E6}" type="pres">
      <dgm:prSet presAssocID="{8A1AEF99-B06F-4C04-B33F-52B90FE7E061}" presName="thickLine" presStyleLbl="alignNode1" presStyleIdx="3" presStyleCnt="6"/>
      <dgm:spPr/>
    </dgm:pt>
    <dgm:pt modelId="{7C44B3B0-8758-4AF4-BF9B-FC0BDDE7B183}" type="pres">
      <dgm:prSet presAssocID="{8A1AEF99-B06F-4C04-B33F-52B90FE7E061}" presName="horz1" presStyleCnt="0"/>
      <dgm:spPr/>
    </dgm:pt>
    <dgm:pt modelId="{38EA6C75-A2DA-48C5-839E-2D2DE7E257A8}" type="pres">
      <dgm:prSet presAssocID="{8A1AEF99-B06F-4C04-B33F-52B90FE7E061}" presName="tx1" presStyleLbl="revTx" presStyleIdx="3" presStyleCnt="6"/>
      <dgm:spPr/>
    </dgm:pt>
    <dgm:pt modelId="{F1ECB6F0-553D-4AB3-93C9-EE73D4832CF4}" type="pres">
      <dgm:prSet presAssocID="{8A1AEF99-B06F-4C04-B33F-52B90FE7E061}" presName="vert1" presStyleCnt="0"/>
      <dgm:spPr/>
    </dgm:pt>
    <dgm:pt modelId="{036C3923-44ED-4A60-BF31-96AA680391F3}" type="pres">
      <dgm:prSet presAssocID="{EDE3715D-CE68-4359-811D-04EF24CC4024}" presName="thickLine" presStyleLbl="alignNode1" presStyleIdx="4" presStyleCnt="6"/>
      <dgm:spPr/>
    </dgm:pt>
    <dgm:pt modelId="{B9ADB877-DF23-4808-BC31-10FB01014E6C}" type="pres">
      <dgm:prSet presAssocID="{EDE3715D-CE68-4359-811D-04EF24CC4024}" presName="horz1" presStyleCnt="0"/>
      <dgm:spPr/>
    </dgm:pt>
    <dgm:pt modelId="{66692A4A-7EF4-4B8B-A3FE-A991C6BF663A}" type="pres">
      <dgm:prSet presAssocID="{EDE3715D-CE68-4359-811D-04EF24CC4024}" presName="tx1" presStyleLbl="revTx" presStyleIdx="4" presStyleCnt="6"/>
      <dgm:spPr/>
    </dgm:pt>
    <dgm:pt modelId="{EC21E8BF-1557-487D-9DA8-5380BB840066}" type="pres">
      <dgm:prSet presAssocID="{EDE3715D-CE68-4359-811D-04EF24CC4024}" presName="vert1" presStyleCnt="0"/>
      <dgm:spPr/>
    </dgm:pt>
    <dgm:pt modelId="{B1E4C27E-5A90-48F1-90AB-43484FB9C2D6}" type="pres">
      <dgm:prSet presAssocID="{1CAC44E0-CC2D-407A-9879-392B2BA1FE97}" presName="thickLine" presStyleLbl="alignNode1" presStyleIdx="5" presStyleCnt="6"/>
      <dgm:spPr/>
    </dgm:pt>
    <dgm:pt modelId="{B7036C44-0D0B-4DA3-BFD0-2DC98AC5A541}" type="pres">
      <dgm:prSet presAssocID="{1CAC44E0-CC2D-407A-9879-392B2BA1FE97}" presName="horz1" presStyleCnt="0"/>
      <dgm:spPr/>
    </dgm:pt>
    <dgm:pt modelId="{4B7A6D90-D99C-448D-B9B3-1D53AF7F6275}" type="pres">
      <dgm:prSet presAssocID="{1CAC44E0-CC2D-407A-9879-392B2BA1FE97}" presName="tx1" presStyleLbl="revTx" presStyleIdx="5" presStyleCnt="6"/>
      <dgm:spPr/>
    </dgm:pt>
    <dgm:pt modelId="{A2932BEA-6C9D-4AE0-B07C-106D8066DD64}" type="pres">
      <dgm:prSet presAssocID="{1CAC44E0-CC2D-407A-9879-392B2BA1FE97}" presName="vert1" presStyleCnt="0"/>
      <dgm:spPr/>
    </dgm:pt>
  </dgm:ptLst>
  <dgm:cxnLst>
    <dgm:cxn modelId="{97A2FD3F-A316-44BD-B762-AF54DFE49E54}" srcId="{85C07CF8-B7DB-44D2-8073-C002C45226DA}" destId="{CF3FA38B-4214-48CA-8B0C-BEE3D9C7BFC8}" srcOrd="0" destOrd="0" parTransId="{EE61E654-F55A-44F3-B214-E4F468DF4271}" sibTransId="{DC275CD7-1FD8-4DE3-B83A-A8EE5D40203A}"/>
    <dgm:cxn modelId="{22AF2967-73E0-4648-9F11-B79063D950D7}" type="presOf" srcId="{1CAC44E0-CC2D-407A-9879-392B2BA1FE97}" destId="{4B7A6D90-D99C-448D-B9B3-1D53AF7F6275}" srcOrd="0" destOrd="0" presId="urn:microsoft.com/office/officeart/2008/layout/LinedList"/>
    <dgm:cxn modelId="{DC592669-E9CA-4F97-8798-FF3B0FE3883A}" type="presOf" srcId="{EDE3715D-CE68-4359-811D-04EF24CC4024}" destId="{66692A4A-7EF4-4B8B-A3FE-A991C6BF663A}" srcOrd="0" destOrd="0" presId="urn:microsoft.com/office/officeart/2008/layout/LinedList"/>
    <dgm:cxn modelId="{01A3CF8E-CBFD-4791-B406-4E5BBE2EE8E4}" srcId="{85C07CF8-B7DB-44D2-8073-C002C45226DA}" destId="{EDE3715D-CE68-4359-811D-04EF24CC4024}" srcOrd="4" destOrd="0" parTransId="{D08DC2D4-0346-49EA-BA52-42EDA0BAF336}" sibTransId="{451FC7AB-A966-41A5-A63B-90C491F2206B}"/>
    <dgm:cxn modelId="{808C9792-0668-424E-BA5F-CA95EFAD7CE6}" type="presOf" srcId="{CF3FA38B-4214-48CA-8B0C-BEE3D9C7BFC8}" destId="{C4C1AEFD-5FF4-471B-941F-AC5490213105}" srcOrd="0" destOrd="0" presId="urn:microsoft.com/office/officeart/2008/layout/LinedList"/>
    <dgm:cxn modelId="{F60DDA97-910A-4541-977A-B501E6E73745}" type="presOf" srcId="{85C07CF8-B7DB-44D2-8073-C002C45226DA}" destId="{18D92D49-D2C3-45A3-9D44-6C32BEA0A421}" srcOrd="0" destOrd="0" presId="urn:microsoft.com/office/officeart/2008/layout/LinedList"/>
    <dgm:cxn modelId="{0FD2B4AA-FBDE-47BB-84F4-33F754D1D8F1}" type="presOf" srcId="{6F0E1E10-F690-49A8-B13E-3D4B24ECE084}" destId="{ABDA0A6F-C1A3-436E-958F-064452706E08}" srcOrd="0" destOrd="0" presId="urn:microsoft.com/office/officeart/2008/layout/LinedList"/>
    <dgm:cxn modelId="{08D610AE-F298-4E6B-BCB6-F9C7836D3E00}" srcId="{85C07CF8-B7DB-44D2-8073-C002C45226DA}" destId="{1CAC44E0-CC2D-407A-9879-392B2BA1FE97}" srcOrd="5" destOrd="0" parTransId="{6C4C0C48-9DB6-4401-B8B1-9F2591FC3BD9}" sibTransId="{869E7C94-20E1-4E96-A8A8-2D64B89D7C7E}"/>
    <dgm:cxn modelId="{E8F92FC3-EDB4-48F7-A4F3-D5015D9D3B2B}" type="presOf" srcId="{97366DE2-03ED-4C67-AADB-F89FA45DC5EC}" destId="{3ADBC6E1-D80D-4A7A-99B0-C282BB7F753A}" srcOrd="0" destOrd="0" presId="urn:microsoft.com/office/officeart/2008/layout/LinedList"/>
    <dgm:cxn modelId="{A42A00C6-10C8-4BEA-A101-BBEE634A229D}" srcId="{85C07CF8-B7DB-44D2-8073-C002C45226DA}" destId="{6F0E1E10-F690-49A8-B13E-3D4B24ECE084}" srcOrd="2" destOrd="0" parTransId="{57E6DAE5-7C1F-4A98-A445-23CAFDE695AB}" sibTransId="{5DD35317-C2C7-48CC-A008-D72B7CF60D34}"/>
    <dgm:cxn modelId="{F9B217D9-C471-49D6-9CC8-4B9D7C72ED9D}" srcId="{85C07CF8-B7DB-44D2-8073-C002C45226DA}" destId="{8A1AEF99-B06F-4C04-B33F-52B90FE7E061}" srcOrd="3" destOrd="0" parTransId="{394B79DD-FFAB-499D-B229-638D30194987}" sibTransId="{97EE2A59-BC21-4DD0-AC21-BA79BA028972}"/>
    <dgm:cxn modelId="{2CCED5E5-BF81-48F1-9EE0-4A6C97FC80A4}" srcId="{85C07CF8-B7DB-44D2-8073-C002C45226DA}" destId="{97366DE2-03ED-4C67-AADB-F89FA45DC5EC}" srcOrd="1" destOrd="0" parTransId="{63D66E60-1B65-429A-BB11-CD1357C33826}" sibTransId="{42CF0416-FF11-4384-B065-892A61C0FEDD}"/>
    <dgm:cxn modelId="{7650B7FB-1DAA-48D3-9CF5-36BAAA779E7D}" type="presOf" srcId="{8A1AEF99-B06F-4C04-B33F-52B90FE7E061}" destId="{38EA6C75-A2DA-48C5-839E-2D2DE7E257A8}" srcOrd="0" destOrd="0" presId="urn:microsoft.com/office/officeart/2008/layout/LinedList"/>
    <dgm:cxn modelId="{3B833BAB-880C-455A-A93E-74D9ABD1B27B}" type="presParOf" srcId="{18D92D49-D2C3-45A3-9D44-6C32BEA0A421}" destId="{7E48834A-7907-434D-893C-83A20B7FF896}" srcOrd="0" destOrd="0" presId="urn:microsoft.com/office/officeart/2008/layout/LinedList"/>
    <dgm:cxn modelId="{F4C4DDAD-5F49-4912-859C-10630EF87667}" type="presParOf" srcId="{18D92D49-D2C3-45A3-9D44-6C32BEA0A421}" destId="{4C75EECA-68F9-4873-B1C3-ABCCEBE4BC95}" srcOrd="1" destOrd="0" presId="urn:microsoft.com/office/officeart/2008/layout/LinedList"/>
    <dgm:cxn modelId="{A933AFF9-6894-467D-A0EE-506863257D7D}" type="presParOf" srcId="{4C75EECA-68F9-4873-B1C3-ABCCEBE4BC95}" destId="{C4C1AEFD-5FF4-471B-941F-AC5490213105}" srcOrd="0" destOrd="0" presId="urn:microsoft.com/office/officeart/2008/layout/LinedList"/>
    <dgm:cxn modelId="{17959891-AA0E-406A-907E-AD4C0ED31074}" type="presParOf" srcId="{4C75EECA-68F9-4873-B1C3-ABCCEBE4BC95}" destId="{6F87B4E0-41A2-494D-B856-0B7234A47609}" srcOrd="1" destOrd="0" presId="urn:microsoft.com/office/officeart/2008/layout/LinedList"/>
    <dgm:cxn modelId="{77E9A361-A0CE-4B26-BCCB-5C2E23077239}" type="presParOf" srcId="{18D92D49-D2C3-45A3-9D44-6C32BEA0A421}" destId="{B770A095-F28B-4229-AFAD-0B52EFFBD066}" srcOrd="2" destOrd="0" presId="urn:microsoft.com/office/officeart/2008/layout/LinedList"/>
    <dgm:cxn modelId="{C8498A6A-0864-4F8C-8974-BF1EE9642A1E}" type="presParOf" srcId="{18D92D49-D2C3-45A3-9D44-6C32BEA0A421}" destId="{D8B9C915-7741-4AD8-BD6F-A0BF030F27F8}" srcOrd="3" destOrd="0" presId="urn:microsoft.com/office/officeart/2008/layout/LinedList"/>
    <dgm:cxn modelId="{553F0D4D-0CA3-4BCC-B442-07D12BA21F66}" type="presParOf" srcId="{D8B9C915-7741-4AD8-BD6F-A0BF030F27F8}" destId="{3ADBC6E1-D80D-4A7A-99B0-C282BB7F753A}" srcOrd="0" destOrd="0" presId="urn:microsoft.com/office/officeart/2008/layout/LinedList"/>
    <dgm:cxn modelId="{1F65F8A8-6CF4-456C-97DF-41B209567D4A}" type="presParOf" srcId="{D8B9C915-7741-4AD8-BD6F-A0BF030F27F8}" destId="{5AD29A94-FD98-4EB2-9F33-70D7388684E3}" srcOrd="1" destOrd="0" presId="urn:microsoft.com/office/officeart/2008/layout/LinedList"/>
    <dgm:cxn modelId="{80D8D9B9-7301-4FC3-99FA-337B833B0311}" type="presParOf" srcId="{18D92D49-D2C3-45A3-9D44-6C32BEA0A421}" destId="{AAA52733-66B9-41DA-B4E7-08B6DC2F1ECE}" srcOrd="4" destOrd="0" presId="urn:microsoft.com/office/officeart/2008/layout/LinedList"/>
    <dgm:cxn modelId="{C0806269-A085-4524-90FD-91FBD214C1D6}" type="presParOf" srcId="{18D92D49-D2C3-45A3-9D44-6C32BEA0A421}" destId="{AB9B7214-CBAA-4BEE-B2EE-DA5BCC5767EE}" srcOrd="5" destOrd="0" presId="urn:microsoft.com/office/officeart/2008/layout/LinedList"/>
    <dgm:cxn modelId="{22B7FDD9-E797-4B03-9121-4EDF0E0EB941}" type="presParOf" srcId="{AB9B7214-CBAA-4BEE-B2EE-DA5BCC5767EE}" destId="{ABDA0A6F-C1A3-436E-958F-064452706E08}" srcOrd="0" destOrd="0" presId="urn:microsoft.com/office/officeart/2008/layout/LinedList"/>
    <dgm:cxn modelId="{B7506666-22AE-4A15-9ED6-BE06F85A5F0D}" type="presParOf" srcId="{AB9B7214-CBAA-4BEE-B2EE-DA5BCC5767EE}" destId="{9F755A88-914B-4EA9-8183-8FACE6AA1898}" srcOrd="1" destOrd="0" presId="urn:microsoft.com/office/officeart/2008/layout/LinedList"/>
    <dgm:cxn modelId="{040FC7F3-1891-4324-BEFC-3B6AD2BBCA08}" type="presParOf" srcId="{18D92D49-D2C3-45A3-9D44-6C32BEA0A421}" destId="{DE25E450-6E6A-4AE4-BAE9-68DAA89591E6}" srcOrd="6" destOrd="0" presId="urn:microsoft.com/office/officeart/2008/layout/LinedList"/>
    <dgm:cxn modelId="{0872F6F6-C734-4581-A839-54BC461BE4D1}" type="presParOf" srcId="{18D92D49-D2C3-45A3-9D44-6C32BEA0A421}" destId="{7C44B3B0-8758-4AF4-BF9B-FC0BDDE7B183}" srcOrd="7" destOrd="0" presId="urn:microsoft.com/office/officeart/2008/layout/LinedList"/>
    <dgm:cxn modelId="{7F254002-2A2F-48F6-9D19-4C623A93DAA4}" type="presParOf" srcId="{7C44B3B0-8758-4AF4-BF9B-FC0BDDE7B183}" destId="{38EA6C75-A2DA-48C5-839E-2D2DE7E257A8}" srcOrd="0" destOrd="0" presId="urn:microsoft.com/office/officeart/2008/layout/LinedList"/>
    <dgm:cxn modelId="{1D0C5AA7-1FF3-4E47-B933-3519AFC7C8C2}" type="presParOf" srcId="{7C44B3B0-8758-4AF4-BF9B-FC0BDDE7B183}" destId="{F1ECB6F0-553D-4AB3-93C9-EE73D4832CF4}" srcOrd="1" destOrd="0" presId="urn:microsoft.com/office/officeart/2008/layout/LinedList"/>
    <dgm:cxn modelId="{0C833C86-AA43-4208-9914-A89A1F794F82}" type="presParOf" srcId="{18D92D49-D2C3-45A3-9D44-6C32BEA0A421}" destId="{036C3923-44ED-4A60-BF31-96AA680391F3}" srcOrd="8" destOrd="0" presId="urn:microsoft.com/office/officeart/2008/layout/LinedList"/>
    <dgm:cxn modelId="{59373B23-B8B8-4AB7-B6BD-7E0DA89729DB}" type="presParOf" srcId="{18D92D49-D2C3-45A3-9D44-6C32BEA0A421}" destId="{B9ADB877-DF23-4808-BC31-10FB01014E6C}" srcOrd="9" destOrd="0" presId="urn:microsoft.com/office/officeart/2008/layout/LinedList"/>
    <dgm:cxn modelId="{D31D05A4-D7A8-4E9F-8527-08C9A82C1AE0}" type="presParOf" srcId="{B9ADB877-DF23-4808-BC31-10FB01014E6C}" destId="{66692A4A-7EF4-4B8B-A3FE-A991C6BF663A}" srcOrd="0" destOrd="0" presId="urn:microsoft.com/office/officeart/2008/layout/LinedList"/>
    <dgm:cxn modelId="{DF078663-443F-459C-BC99-DAABFD2A7A81}" type="presParOf" srcId="{B9ADB877-DF23-4808-BC31-10FB01014E6C}" destId="{EC21E8BF-1557-487D-9DA8-5380BB840066}" srcOrd="1" destOrd="0" presId="urn:microsoft.com/office/officeart/2008/layout/LinedList"/>
    <dgm:cxn modelId="{0EBB694B-82B8-4376-8EF6-E410DCB6BD7E}" type="presParOf" srcId="{18D92D49-D2C3-45A3-9D44-6C32BEA0A421}" destId="{B1E4C27E-5A90-48F1-90AB-43484FB9C2D6}" srcOrd="10" destOrd="0" presId="urn:microsoft.com/office/officeart/2008/layout/LinedList"/>
    <dgm:cxn modelId="{B8C215C6-EFBA-4208-8E0F-024F896531A8}" type="presParOf" srcId="{18D92D49-D2C3-45A3-9D44-6C32BEA0A421}" destId="{B7036C44-0D0B-4DA3-BFD0-2DC98AC5A541}" srcOrd="11" destOrd="0" presId="urn:microsoft.com/office/officeart/2008/layout/LinedList"/>
    <dgm:cxn modelId="{98A774F6-9563-4B1E-93FD-284155FB9FC9}" type="presParOf" srcId="{B7036C44-0D0B-4DA3-BFD0-2DC98AC5A541}" destId="{4B7A6D90-D99C-448D-B9B3-1D53AF7F6275}" srcOrd="0" destOrd="0" presId="urn:microsoft.com/office/officeart/2008/layout/LinedList"/>
    <dgm:cxn modelId="{AECB1243-E4F8-4167-B8E2-C56F92225EE4}" type="presParOf" srcId="{B7036C44-0D0B-4DA3-BFD0-2DC98AC5A541}" destId="{A2932BEA-6C9D-4AE0-B07C-106D8066DD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2A14038-3BA9-4F02-A190-796BDCA5A23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8BF5CE4-FF56-4CC6-868C-F29938B2B5B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dirty="0"/>
            <a:t>Vantagem do pioneirismo: estamos apresentando uma nova categoria de middleware </a:t>
          </a:r>
          <a:r>
            <a:rPr lang="pt-BR" b="0" dirty="0" err="1"/>
            <a:t>oracle</a:t>
          </a:r>
          <a:r>
            <a:rPr lang="pt-BR" b="0" dirty="0"/>
            <a:t> que combina agregação de dados, validação e detecção de anomalias.</a:t>
          </a:r>
          <a:endParaRPr lang="en-US" b="0" dirty="0"/>
        </a:p>
      </dgm:t>
    </dgm:pt>
    <dgm:pt modelId="{0F7CE342-EEA3-4232-85B7-6F899B05D97B}" type="parTrans" cxnId="{7C35F123-EC3C-424E-90C4-65F9D3B94C8E}">
      <dgm:prSet/>
      <dgm:spPr/>
      <dgm:t>
        <a:bodyPr/>
        <a:lstStyle/>
        <a:p>
          <a:endParaRPr lang="en-US"/>
        </a:p>
      </dgm:t>
    </dgm:pt>
    <dgm:pt modelId="{7C04ABE2-95A1-496D-8839-DB79CC9EBA5B}" type="sibTrans" cxnId="{7C35F123-EC3C-424E-90C4-65F9D3B94C8E}">
      <dgm:prSet/>
      <dgm:spPr/>
      <dgm:t>
        <a:bodyPr/>
        <a:lstStyle/>
        <a:p>
          <a:endParaRPr lang="en-US"/>
        </a:p>
      </dgm:t>
    </dgm:pt>
    <dgm:pt modelId="{D91B6E70-6A5B-477A-8EC0-191D1DCAA07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dirty="0"/>
            <a:t>Aplicável a todos os protocolos </a:t>
          </a:r>
          <a:r>
            <a:rPr lang="pt-BR" b="0" dirty="0" err="1"/>
            <a:t>DeFi</a:t>
          </a:r>
          <a:r>
            <a:rPr lang="pt-BR" b="0" dirty="0"/>
            <a:t>: Quer se trate de empréstimos, </a:t>
          </a:r>
          <a:r>
            <a:rPr lang="pt-BR" b="0" dirty="0" err="1"/>
            <a:t>DEXs</a:t>
          </a:r>
          <a:r>
            <a:rPr lang="pt-BR" b="0" dirty="0"/>
            <a:t> ou </a:t>
          </a:r>
          <a:r>
            <a:rPr lang="pt-BR" b="0" dirty="0" err="1"/>
            <a:t>yield</a:t>
          </a:r>
          <a:r>
            <a:rPr lang="pt-BR" b="0" dirty="0"/>
            <a:t> </a:t>
          </a:r>
          <a:r>
            <a:rPr lang="pt-BR" b="0" dirty="0" err="1"/>
            <a:t>farming</a:t>
          </a:r>
          <a:r>
            <a:rPr lang="pt-BR" b="0" dirty="0"/>
            <a:t>, qualquer protocolo pode se beneficiar do </a:t>
          </a:r>
          <a:r>
            <a:rPr lang="pt-BR" b="0" dirty="0" err="1"/>
            <a:t>SecurityPrice</a:t>
          </a:r>
          <a:r>
            <a:rPr lang="pt-BR" b="0" dirty="0"/>
            <a:t>.</a:t>
          </a:r>
          <a:endParaRPr lang="en-US" b="0" dirty="0"/>
        </a:p>
      </dgm:t>
    </dgm:pt>
    <dgm:pt modelId="{0497ED08-862F-4B5B-9361-097DE7F134AA}" type="parTrans" cxnId="{59708E87-817B-42CF-A6D0-9531F1E457C3}">
      <dgm:prSet/>
      <dgm:spPr/>
      <dgm:t>
        <a:bodyPr/>
        <a:lstStyle/>
        <a:p>
          <a:endParaRPr lang="en-US"/>
        </a:p>
      </dgm:t>
    </dgm:pt>
    <dgm:pt modelId="{44437F6A-FD1F-4A56-A548-C76C90E6D65C}" type="sibTrans" cxnId="{59708E87-817B-42CF-A6D0-9531F1E457C3}">
      <dgm:prSet/>
      <dgm:spPr/>
      <dgm:t>
        <a:bodyPr/>
        <a:lstStyle/>
        <a:p>
          <a:endParaRPr lang="en-US"/>
        </a:p>
      </dgm:t>
    </dgm:pt>
    <dgm:pt modelId="{DA8FCABC-6141-4011-9999-7F7FD4D0CEB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dirty="0"/>
            <a:t>Construtor de reputação: Ao implementar sua solução, os protocolos podem aumentar a confiança e a segurança do usuário, evitando explorações devastadoras.</a:t>
          </a:r>
          <a:endParaRPr lang="en-US" b="0" dirty="0"/>
        </a:p>
      </dgm:t>
    </dgm:pt>
    <dgm:pt modelId="{027ED5CF-12FA-4F8E-B1FD-4B362D888123}" type="parTrans" cxnId="{35ED6BEE-9019-4F68-96F1-AEE29F00A13B}">
      <dgm:prSet/>
      <dgm:spPr/>
      <dgm:t>
        <a:bodyPr/>
        <a:lstStyle/>
        <a:p>
          <a:endParaRPr lang="en-US"/>
        </a:p>
      </dgm:t>
    </dgm:pt>
    <dgm:pt modelId="{30EC3703-FEAD-41CE-AE3E-EB819B089CD2}" type="sibTrans" cxnId="{35ED6BEE-9019-4F68-96F1-AEE29F00A13B}">
      <dgm:prSet/>
      <dgm:spPr/>
      <dgm:t>
        <a:bodyPr/>
        <a:lstStyle/>
        <a:p>
          <a:endParaRPr lang="en-US"/>
        </a:p>
      </dgm:t>
    </dgm:pt>
    <dgm:pt modelId="{E025E7E6-1DE2-4CF1-9593-4AD28E8591FC}" type="pres">
      <dgm:prSet presAssocID="{02A14038-3BA9-4F02-A190-796BDCA5A233}" presName="root" presStyleCnt="0">
        <dgm:presLayoutVars>
          <dgm:dir/>
          <dgm:resizeHandles val="exact"/>
        </dgm:presLayoutVars>
      </dgm:prSet>
      <dgm:spPr/>
    </dgm:pt>
    <dgm:pt modelId="{95DE8C4B-FBD1-4E78-8B65-2F70B87024A0}" type="pres">
      <dgm:prSet presAssocID="{28BF5CE4-FF56-4CC6-868C-F29938B2B5B7}" presName="compNode" presStyleCnt="0"/>
      <dgm:spPr/>
    </dgm:pt>
    <dgm:pt modelId="{C0FA3CD3-B45B-4C56-AF99-31FF274C40E3}" type="pres">
      <dgm:prSet presAssocID="{28BF5CE4-FF56-4CC6-868C-F29938B2B5B7}" presName="bgRect" presStyleLbl="bgShp" presStyleIdx="0" presStyleCnt="3"/>
      <dgm:spPr/>
    </dgm:pt>
    <dgm:pt modelId="{75163700-86C5-41C7-85A6-507BC3139C4D}" type="pres">
      <dgm:prSet presAssocID="{28BF5CE4-FF56-4CC6-868C-F29938B2B5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75D302A7-638C-487A-A822-27C8524FF8C2}" type="pres">
      <dgm:prSet presAssocID="{28BF5CE4-FF56-4CC6-868C-F29938B2B5B7}" presName="spaceRect" presStyleCnt="0"/>
      <dgm:spPr/>
    </dgm:pt>
    <dgm:pt modelId="{39B3031B-E7E9-4331-AD72-7FD0AB0B331C}" type="pres">
      <dgm:prSet presAssocID="{28BF5CE4-FF56-4CC6-868C-F29938B2B5B7}" presName="parTx" presStyleLbl="revTx" presStyleIdx="0" presStyleCnt="3" custScaleX="123291">
        <dgm:presLayoutVars>
          <dgm:chMax val="0"/>
          <dgm:chPref val="0"/>
        </dgm:presLayoutVars>
      </dgm:prSet>
      <dgm:spPr/>
    </dgm:pt>
    <dgm:pt modelId="{10E9D100-4D03-48BD-877F-822D8D340D54}" type="pres">
      <dgm:prSet presAssocID="{7C04ABE2-95A1-496D-8839-DB79CC9EBA5B}" presName="sibTrans" presStyleCnt="0"/>
      <dgm:spPr/>
    </dgm:pt>
    <dgm:pt modelId="{037B1781-80DA-496A-A313-7043180E8D63}" type="pres">
      <dgm:prSet presAssocID="{D91B6E70-6A5B-477A-8EC0-191D1DCAA074}" presName="compNode" presStyleCnt="0"/>
      <dgm:spPr/>
    </dgm:pt>
    <dgm:pt modelId="{23BC1803-7A96-40A2-BE09-9AA98CA0E503}" type="pres">
      <dgm:prSet presAssocID="{D91B6E70-6A5B-477A-8EC0-191D1DCAA074}" presName="bgRect" presStyleLbl="bgShp" presStyleIdx="1" presStyleCnt="3"/>
      <dgm:spPr/>
    </dgm:pt>
    <dgm:pt modelId="{2D66432A-9394-4B63-A502-50DFF6C92529}" type="pres">
      <dgm:prSet presAssocID="{D91B6E70-6A5B-477A-8EC0-191D1DCAA0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93896B5D-4C50-4ADF-838C-0959861383DA}" type="pres">
      <dgm:prSet presAssocID="{D91B6E70-6A5B-477A-8EC0-191D1DCAA074}" presName="spaceRect" presStyleCnt="0"/>
      <dgm:spPr/>
    </dgm:pt>
    <dgm:pt modelId="{F922681D-8DCD-462A-BB18-1F372F4A4F73}" type="pres">
      <dgm:prSet presAssocID="{D91B6E70-6A5B-477A-8EC0-191D1DCAA074}" presName="parTx" presStyleLbl="revTx" presStyleIdx="1" presStyleCnt="3" custScaleX="111322">
        <dgm:presLayoutVars>
          <dgm:chMax val="0"/>
          <dgm:chPref val="0"/>
        </dgm:presLayoutVars>
      </dgm:prSet>
      <dgm:spPr/>
    </dgm:pt>
    <dgm:pt modelId="{039BFBBC-8E02-4CF2-8D59-D5A8B176C521}" type="pres">
      <dgm:prSet presAssocID="{44437F6A-FD1F-4A56-A548-C76C90E6D65C}" presName="sibTrans" presStyleCnt="0"/>
      <dgm:spPr/>
    </dgm:pt>
    <dgm:pt modelId="{BC720502-8F0E-4707-AC74-D2E28A9A86F8}" type="pres">
      <dgm:prSet presAssocID="{DA8FCABC-6141-4011-9999-7F7FD4D0CEB0}" presName="compNode" presStyleCnt="0"/>
      <dgm:spPr/>
    </dgm:pt>
    <dgm:pt modelId="{6FFB2746-E307-4E24-B3FD-D552DB920474}" type="pres">
      <dgm:prSet presAssocID="{DA8FCABC-6141-4011-9999-7F7FD4D0CEB0}" presName="bgRect" presStyleLbl="bgShp" presStyleIdx="2" presStyleCnt="3"/>
      <dgm:spPr/>
    </dgm:pt>
    <dgm:pt modelId="{F9E2CFCE-27C8-4766-9A5E-AD7A291C6845}" type="pres">
      <dgm:prSet presAssocID="{DA8FCABC-6141-4011-9999-7F7FD4D0CE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bloquear"/>
        </a:ext>
      </dgm:extLst>
    </dgm:pt>
    <dgm:pt modelId="{C2927152-7DD1-422F-8A42-BA8F90EA435C}" type="pres">
      <dgm:prSet presAssocID="{DA8FCABC-6141-4011-9999-7F7FD4D0CEB0}" presName="spaceRect" presStyleCnt="0"/>
      <dgm:spPr/>
    </dgm:pt>
    <dgm:pt modelId="{70031390-0E72-468C-8AEC-B1D8EC1D16E7}" type="pres">
      <dgm:prSet presAssocID="{DA8FCABC-6141-4011-9999-7F7FD4D0CEB0}" presName="parTx" presStyleLbl="revTx" presStyleIdx="2" presStyleCnt="3" custScaleX="123414">
        <dgm:presLayoutVars>
          <dgm:chMax val="0"/>
          <dgm:chPref val="0"/>
        </dgm:presLayoutVars>
      </dgm:prSet>
      <dgm:spPr/>
    </dgm:pt>
  </dgm:ptLst>
  <dgm:cxnLst>
    <dgm:cxn modelId="{1588580A-DC5A-427D-957A-009DFB3C8E77}" type="presOf" srcId="{D91B6E70-6A5B-477A-8EC0-191D1DCAA074}" destId="{F922681D-8DCD-462A-BB18-1F372F4A4F73}" srcOrd="0" destOrd="0" presId="urn:microsoft.com/office/officeart/2018/2/layout/IconVerticalSolidList"/>
    <dgm:cxn modelId="{901BD522-BD0E-49E2-B31F-552C35D47F77}" type="presOf" srcId="{DA8FCABC-6141-4011-9999-7F7FD4D0CEB0}" destId="{70031390-0E72-468C-8AEC-B1D8EC1D16E7}" srcOrd="0" destOrd="0" presId="urn:microsoft.com/office/officeart/2018/2/layout/IconVerticalSolidList"/>
    <dgm:cxn modelId="{7C35F123-EC3C-424E-90C4-65F9D3B94C8E}" srcId="{02A14038-3BA9-4F02-A190-796BDCA5A233}" destId="{28BF5CE4-FF56-4CC6-868C-F29938B2B5B7}" srcOrd="0" destOrd="0" parTransId="{0F7CE342-EEA3-4232-85B7-6F899B05D97B}" sibTransId="{7C04ABE2-95A1-496D-8839-DB79CC9EBA5B}"/>
    <dgm:cxn modelId="{C7593637-B184-43EA-AAA4-300453C7E7E6}" type="presOf" srcId="{28BF5CE4-FF56-4CC6-868C-F29938B2B5B7}" destId="{39B3031B-E7E9-4331-AD72-7FD0AB0B331C}" srcOrd="0" destOrd="0" presId="urn:microsoft.com/office/officeart/2018/2/layout/IconVerticalSolidList"/>
    <dgm:cxn modelId="{C884D654-A0EB-489D-8720-DB93854FCF4D}" type="presOf" srcId="{02A14038-3BA9-4F02-A190-796BDCA5A233}" destId="{E025E7E6-1DE2-4CF1-9593-4AD28E8591FC}" srcOrd="0" destOrd="0" presId="urn:microsoft.com/office/officeart/2018/2/layout/IconVerticalSolidList"/>
    <dgm:cxn modelId="{59708E87-817B-42CF-A6D0-9531F1E457C3}" srcId="{02A14038-3BA9-4F02-A190-796BDCA5A233}" destId="{D91B6E70-6A5B-477A-8EC0-191D1DCAA074}" srcOrd="1" destOrd="0" parTransId="{0497ED08-862F-4B5B-9361-097DE7F134AA}" sibTransId="{44437F6A-FD1F-4A56-A548-C76C90E6D65C}"/>
    <dgm:cxn modelId="{35ED6BEE-9019-4F68-96F1-AEE29F00A13B}" srcId="{02A14038-3BA9-4F02-A190-796BDCA5A233}" destId="{DA8FCABC-6141-4011-9999-7F7FD4D0CEB0}" srcOrd="2" destOrd="0" parTransId="{027ED5CF-12FA-4F8E-B1FD-4B362D888123}" sibTransId="{30EC3703-FEAD-41CE-AE3E-EB819B089CD2}"/>
    <dgm:cxn modelId="{6A93D745-3BED-4FB2-BA45-3F55BED254F0}" type="presParOf" srcId="{E025E7E6-1DE2-4CF1-9593-4AD28E8591FC}" destId="{95DE8C4B-FBD1-4E78-8B65-2F70B87024A0}" srcOrd="0" destOrd="0" presId="urn:microsoft.com/office/officeart/2018/2/layout/IconVerticalSolidList"/>
    <dgm:cxn modelId="{7E6293F0-1DF4-4C1F-AEB1-8BA1736EC5AE}" type="presParOf" srcId="{95DE8C4B-FBD1-4E78-8B65-2F70B87024A0}" destId="{C0FA3CD3-B45B-4C56-AF99-31FF274C40E3}" srcOrd="0" destOrd="0" presId="urn:microsoft.com/office/officeart/2018/2/layout/IconVerticalSolidList"/>
    <dgm:cxn modelId="{6C112A33-FF79-40E0-A521-A20ED0AD5FD4}" type="presParOf" srcId="{95DE8C4B-FBD1-4E78-8B65-2F70B87024A0}" destId="{75163700-86C5-41C7-85A6-507BC3139C4D}" srcOrd="1" destOrd="0" presId="urn:microsoft.com/office/officeart/2018/2/layout/IconVerticalSolidList"/>
    <dgm:cxn modelId="{3B703A85-DD76-4D3C-B6AC-ADEFE8E05CAB}" type="presParOf" srcId="{95DE8C4B-FBD1-4E78-8B65-2F70B87024A0}" destId="{75D302A7-638C-487A-A822-27C8524FF8C2}" srcOrd="2" destOrd="0" presId="urn:microsoft.com/office/officeart/2018/2/layout/IconVerticalSolidList"/>
    <dgm:cxn modelId="{02F8926E-7DBB-4E84-87CA-796BC4041B03}" type="presParOf" srcId="{95DE8C4B-FBD1-4E78-8B65-2F70B87024A0}" destId="{39B3031B-E7E9-4331-AD72-7FD0AB0B331C}" srcOrd="3" destOrd="0" presId="urn:microsoft.com/office/officeart/2018/2/layout/IconVerticalSolidList"/>
    <dgm:cxn modelId="{AE9E51AC-8FB6-442C-9FB7-59B717349246}" type="presParOf" srcId="{E025E7E6-1DE2-4CF1-9593-4AD28E8591FC}" destId="{10E9D100-4D03-48BD-877F-822D8D340D54}" srcOrd="1" destOrd="0" presId="urn:microsoft.com/office/officeart/2018/2/layout/IconVerticalSolidList"/>
    <dgm:cxn modelId="{A06B75EC-71B0-4F88-B842-353664270A34}" type="presParOf" srcId="{E025E7E6-1DE2-4CF1-9593-4AD28E8591FC}" destId="{037B1781-80DA-496A-A313-7043180E8D63}" srcOrd="2" destOrd="0" presId="urn:microsoft.com/office/officeart/2018/2/layout/IconVerticalSolidList"/>
    <dgm:cxn modelId="{7609DA78-D34A-4CF3-A966-347C9597B89C}" type="presParOf" srcId="{037B1781-80DA-496A-A313-7043180E8D63}" destId="{23BC1803-7A96-40A2-BE09-9AA98CA0E503}" srcOrd="0" destOrd="0" presId="urn:microsoft.com/office/officeart/2018/2/layout/IconVerticalSolidList"/>
    <dgm:cxn modelId="{A2CAE57D-C04E-4170-865F-179E953EB288}" type="presParOf" srcId="{037B1781-80DA-496A-A313-7043180E8D63}" destId="{2D66432A-9394-4B63-A502-50DFF6C92529}" srcOrd="1" destOrd="0" presId="urn:microsoft.com/office/officeart/2018/2/layout/IconVerticalSolidList"/>
    <dgm:cxn modelId="{1249AF0F-59B7-4CC6-9E06-DCDC1BAAB05A}" type="presParOf" srcId="{037B1781-80DA-496A-A313-7043180E8D63}" destId="{93896B5D-4C50-4ADF-838C-0959861383DA}" srcOrd="2" destOrd="0" presId="urn:microsoft.com/office/officeart/2018/2/layout/IconVerticalSolidList"/>
    <dgm:cxn modelId="{E43B6C99-FF25-4563-A94E-79402916383A}" type="presParOf" srcId="{037B1781-80DA-496A-A313-7043180E8D63}" destId="{F922681D-8DCD-462A-BB18-1F372F4A4F73}" srcOrd="3" destOrd="0" presId="urn:microsoft.com/office/officeart/2018/2/layout/IconVerticalSolidList"/>
    <dgm:cxn modelId="{1C130BED-AECB-4A35-865F-41A7661A17AE}" type="presParOf" srcId="{E025E7E6-1DE2-4CF1-9593-4AD28E8591FC}" destId="{039BFBBC-8E02-4CF2-8D59-D5A8B176C521}" srcOrd="3" destOrd="0" presId="urn:microsoft.com/office/officeart/2018/2/layout/IconVerticalSolidList"/>
    <dgm:cxn modelId="{4761C8CE-EC11-41EA-89DE-0BB569A18B82}" type="presParOf" srcId="{E025E7E6-1DE2-4CF1-9593-4AD28E8591FC}" destId="{BC720502-8F0E-4707-AC74-D2E28A9A86F8}" srcOrd="4" destOrd="0" presId="urn:microsoft.com/office/officeart/2018/2/layout/IconVerticalSolidList"/>
    <dgm:cxn modelId="{C5907DC0-AF7B-48FA-A7C2-24C01705521A}" type="presParOf" srcId="{BC720502-8F0E-4707-AC74-D2E28A9A86F8}" destId="{6FFB2746-E307-4E24-B3FD-D552DB920474}" srcOrd="0" destOrd="0" presId="urn:microsoft.com/office/officeart/2018/2/layout/IconVerticalSolidList"/>
    <dgm:cxn modelId="{64C09562-FF60-421F-B425-4D533D5526C2}" type="presParOf" srcId="{BC720502-8F0E-4707-AC74-D2E28A9A86F8}" destId="{F9E2CFCE-27C8-4766-9A5E-AD7A291C6845}" srcOrd="1" destOrd="0" presId="urn:microsoft.com/office/officeart/2018/2/layout/IconVerticalSolidList"/>
    <dgm:cxn modelId="{43D91A4C-FDA8-435D-BB0D-4E76B525AD1F}" type="presParOf" srcId="{BC720502-8F0E-4707-AC74-D2E28A9A86F8}" destId="{C2927152-7DD1-422F-8A42-BA8F90EA435C}" srcOrd="2" destOrd="0" presId="urn:microsoft.com/office/officeart/2018/2/layout/IconVerticalSolidList"/>
    <dgm:cxn modelId="{DDE72EB9-05F9-4EF5-993B-98A525B809CF}" type="presParOf" srcId="{BC720502-8F0E-4707-AC74-D2E28A9A86F8}" destId="{70031390-0E72-468C-8AEC-B1D8EC1D16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CFDCAF-84D9-4166-9D7A-EFA42B2F193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E7B634C-FB8C-41A0-A3A9-A12D4197F6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Single oracles like Chainlink are reliable but act as price reporters, not validators.</a:t>
          </a:r>
          <a:endParaRPr lang="en-US"/>
        </a:p>
      </dgm:t>
    </dgm:pt>
    <dgm:pt modelId="{5F6DA2B9-CA26-4BC5-8B8A-5FE85AC54DC1}" type="parTrans" cxnId="{A9EAD4E1-88FD-433D-A26E-F0129DE13285}">
      <dgm:prSet/>
      <dgm:spPr/>
      <dgm:t>
        <a:bodyPr/>
        <a:lstStyle/>
        <a:p>
          <a:endParaRPr lang="en-US"/>
        </a:p>
      </dgm:t>
    </dgm:pt>
    <dgm:pt modelId="{024E737C-565D-47BB-923C-1BDAF0DD15FB}" type="sibTrans" cxnId="{A9EAD4E1-88FD-433D-A26E-F0129DE13285}">
      <dgm:prSet/>
      <dgm:spPr/>
      <dgm:t>
        <a:bodyPr/>
        <a:lstStyle/>
        <a:p>
          <a:endParaRPr lang="en-US"/>
        </a:p>
      </dgm:t>
    </dgm:pt>
    <dgm:pt modelId="{5C9DEF30-B51C-4040-B12C-6B89114213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Combines data from multiple sources for reliability.</a:t>
          </a:r>
          <a:endParaRPr lang="en-US"/>
        </a:p>
      </dgm:t>
    </dgm:pt>
    <dgm:pt modelId="{664280CE-C026-4492-A269-CDC1765F7F51}" type="parTrans" cxnId="{62522E4C-3AD0-41F8-9E70-EB065248C521}">
      <dgm:prSet/>
      <dgm:spPr/>
      <dgm:t>
        <a:bodyPr/>
        <a:lstStyle/>
        <a:p>
          <a:endParaRPr lang="en-US"/>
        </a:p>
      </dgm:t>
    </dgm:pt>
    <dgm:pt modelId="{CF1F16E4-4620-4E8B-974F-E8B7378570D5}" type="sibTrans" cxnId="{62522E4C-3AD0-41F8-9E70-EB065248C521}">
      <dgm:prSet/>
      <dgm:spPr/>
      <dgm:t>
        <a:bodyPr/>
        <a:lstStyle/>
        <a:p>
          <a:endParaRPr lang="en-US"/>
        </a:p>
      </dgm:t>
    </dgm:pt>
    <dgm:pt modelId="{B60BCC81-D850-4F38-803C-59FBEFF235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Filters and rejects manipulated prices.</a:t>
          </a:r>
          <a:endParaRPr lang="en-US"/>
        </a:p>
      </dgm:t>
    </dgm:pt>
    <dgm:pt modelId="{1D4D584B-B2DD-4AA4-92C6-712285495D89}" type="parTrans" cxnId="{9274EFF2-21DE-4047-A29F-5C5273917AC5}">
      <dgm:prSet/>
      <dgm:spPr/>
      <dgm:t>
        <a:bodyPr/>
        <a:lstStyle/>
        <a:p>
          <a:endParaRPr lang="en-US"/>
        </a:p>
      </dgm:t>
    </dgm:pt>
    <dgm:pt modelId="{5939BAD7-9435-40D7-B550-66BBB88BF31B}" type="sibTrans" cxnId="{9274EFF2-21DE-4047-A29F-5C5273917AC5}">
      <dgm:prSet/>
      <dgm:spPr/>
      <dgm:t>
        <a:bodyPr/>
        <a:lstStyle/>
        <a:p>
          <a:endParaRPr lang="en-US"/>
        </a:p>
      </dgm:t>
    </dgm:pt>
    <dgm:pt modelId="{00373EEA-2F51-4FE5-83D2-0ABCC715A9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• Provides a comprehensive defense mechanism, not just data.</a:t>
          </a:r>
          <a:endParaRPr lang="en-US" dirty="0"/>
        </a:p>
      </dgm:t>
    </dgm:pt>
    <dgm:pt modelId="{2CC0F717-1B59-4012-8E1D-AE7F946F3087}" type="parTrans" cxnId="{69027833-C323-4AC7-89A1-294FE96B4B7E}">
      <dgm:prSet/>
      <dgm:spPr/>
      <dgm:t>
        <a:bodyPr/>
        <a:lstStyle/>
        <a:p>
          <a:endParaRPr lang="en-US"/>
        </a:p>
      </dgm:t>
    </dgm:pt>
    <dgm:pt modelId="{358B683F-5DF1-4A2C-B6DB-1E0CBA70CAF7}" type="sibTrans" cxnId="{69027833-C323-4AC7-89A1-294FE96B4B7E}">
      <dgm:prSet/>
      <dgm:spPr/>
      <dgm:t>
        <a:bodyPr/>
        <a:lstStyle/>
        <a:p>
          <a:endParaRPr lang="en-US"/>
        </a:p>
      </dgm:t>
    </dgm:pt>
    <dgm:pt modelId="{5C3E53E8-D1AD-48A5-8E15-A31651322A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 err="1"/>
            <a:t>SecurityPrice</a:t>
          </a:r>
          <a:r>
            <a:rPr lang="en-US" b="0" i="0" dirty="0"/>
            <a:t>:</a:t>
          </a:r>
          <a:endParaRPr lang="en-US" dirty="0"/>
        </a:p>
      </dgm:t>
    </dgm:pt>
    <dgm:pt modelId="{5E55FEF7-20B9-46C4-9F82-8EA1E2814A7C}" type="sibTrans" cxnId="{88125F6E-40D3-4C0D-A32F-91FF8D5AC410}">
      <dgm:prSet/>
      <dgm:spPr/>
      <dgm:t>
        <a:bodyPr/>
        <a:lstStyle/>
        <a:p>
          <a:endParaRPr lang="en-US"/>
        </a:p>
      </dgm:t>
    </dgm:pt>
    <dgm:pt modelId="{F574C8D8-EF1C-4F20-8C90-5484BE2C148D}" type="parTrans" cxnId="{88125F6E-40D3-4C0D-A32F-91FF8D5AC410}">
      <dgm:prSet/>
      <dgm:spPr/>
      <dgm:t>
        <a:bodyPr/>
        <a:lstStyle/>
        <a:p>
          <a:endParaRPr lang="en-US"/>
        </a:p>
      </dgm:t>
    </dgm:pt>
    <dgm:pt modelId="{6898D73B-2933-4080-9430-77E296ACAFF8}" type="pres">
      <dgm:prSet presAssocID="{60CFDCAF-84D9-4166-9D7A-EFA42B2F1936}" presName="root" presStyleCnt="0">
        <dgm:presLayoutVars>
          <dgm:dir/>
          <dgm:resizeHandles val="exact"/>
        </dgm:presLayoutVars>
      </dgm:prSet>
      <dgm:spPr/>
    </dgm:pt>
    <dgm:pt modelId="{267761E4-CE7D-4092-AD52-F3188BA0CBFF}" type="pres">
      <dgm:prSet presAssocID="{4E7B634C-FB8C-41A0-A3A9-A12D4197F655}" presName="compNode" presStyleCnt="0"/>
      <dgm:spPr/>
    </dgm:pt>
    <dgm:pt modelId="{98ECAE75-C7D6-42C3-925E-955DDB29F1B8}" type="pres">
      <dgm:prSet presAssocID="{4E7B634C-FB8C-41A0-A3A9-A12D4197F655}" presName="bgRect" presStyleLbl="bgShp" presStyleIdx="0" presStyleCnt="5"/>
      <dgm:spPr/>
    </dgm:pt>
    <dgm:pt modelId="{CFC7781E-3207-4D4D-835A-5A1FE80147FE}" type="pres">
      <dgm:prSet presAssocID="{4E7B634C-FB8C-41A0-A3A9-A12D4197F65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A83F1B74-D347-4E34-AAB5-56842B12180B}" type="pres">
      <dgm:prSet presAssocID="{4E7B634C-FB8C-41A0-A3A9-A12D4197F655}" presName="spaceRect" presStyleCnt="0"/>
      <dgm:spPr/>
    </dgm:pt>
    <dgm:pt modelId="{F8C0FFD9-C2EA-4AEF-AC6E-B2600311D812}" type="pres">
      <dgm:prSet presAssocID="{4E7B634C-FB8C-41A0-A3A9-A12D4197F655}" presName="parTx" presStyleLbl="revTx" presStyleIdx="0" presStyleCnt="5">
        <dgm:presLayoutVars>
          <dgm:chMax val="0"/>
          <dgm:chPref val="0"/>
        </dgm:presLayoutVars>
      </dgm:prSet>
      <dgm:spPr/>
    </dgm:pt>
    <dgm:pt modelId="{20D96C9D-D67B-4C65-BFEA-1A55BEACD795}" type="pres">
      <dgm:prSet presAssocID="{024E737C-565D-47BB-923C-1BDAF0DD15FB}" presName="sibTrans" presStyleCnt="0"/>
      <dgm:spPr/>
    </dgm:pt>
    <dgm:pt modelId="{DFEA4675-8120-44F4-A266-3D1FA47853BA}" type="pres">
      <dgm:prSet presAssocID="{5C3E53E8-D1AD-48A5-8E15-A31651322A73}" presName="compNode" presStyleCnt="0"/>
      <dgm:spPr/>
    </dgm:pt>
    <dgm:pt modelId="{67385FE5-99E7-4003-9E4E-3E28871EAF8E}" type="pres">
      <dgm:prSet presAssocID="{5C3E53E8-D1AD-48A5-8E15-A31651322A73}" presName="bgRect" presStyleLbl="bgShp" presStyleIdx="1" presStyleCnt="5"/>
      <dgm:spPr/>
    </dgm:pt>
    <dgm:pt modelId="{15DEE05F-1BBC-4088-9EFD-347DCBD3B156}" type="pres">
      <dgm:prSet presAssocID="{5C3E53E8-D1AD-48A5-8E15-A31651322A7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icionar com preenchimento sólido"/>
        </a:ext>
      </dgm:extLst>
    </dgm:pt>
    <dgm:pt modelId="{93573615-9486-49ED-9632-3B1EB756B9C4}" type="pres">
      <dgm:prSet presAssocID="{5C3E53E8-D1AD-48A5-8E15-A31651322A73}" presName="spaceRect" presStyleCnt="0"/>
      <dgm:spPr/>
    </dgm:pt>
    <dgm:pt modelId="{03972953-1E21-4E78-BB7F-9987B38D18A6}" type="pres">
      <dgm:prSet presAssocID="{5C3E53E8-D1AD-48A5-8E15-A31651322A73}" presName="parTx" presStyleLbl="revTx" presStyleIdx="1" presStyleCnt="5">
        <dgm:presLayoutVars>
          <dgm:chMax val="0"/>
          <dgm:chPref val="0"/>
        </dgm:presLayoutVars>
      </dgm:prSet>
      <dgm:spPr/>
    </dgm:pt>
    <dgm:pt modelId="{C5687C2B-9319-4C9F-A669-498C3C0AE57C}" type="pres">
      <dgm:prSet presAssocID="{5E55FEF7-20B9-46C4-9F82-8EA1E2814A7C}" presName="sibTrans" presStyleCnt="0"/>
      <dgm:spPr/>
    </dgm:pt>
    <dgm:pt modelId="{05BAF78E-A36C-48C3-B871-8888A900C842}" type="pres">
      <dgm:prSet presAssocID="{5C9DEF30-B51C-4040-B12C-6B89114213C2}" presName="compNode" presStyleCnt="0"/>
      <dgm:spPr/>
    </dgm:pt>
    <dgm:pt modelId="{38359246-F621-4288-ABF1-228F6374F71F}" type="pres">
      <dgm:prSet presAssocID="{5C9DEF30-B51C-4040-B12C-6B89114213C2}" presName="bgRect" presStyleLbl="bgShp" presStyleIdx="2" presStyleCnt="5"/>
      <dgm:spPr/>
    </dgm:pt>
    <dgm:pt modelId="{1D0F2EA0-52CD-45E1-BE93-A78015F8C503}" type="pres">
      <dgm:prSet presAssocID="{5C9DEF30-B51C-4040-B12C-6B89114213C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836223EF-4162-4EAD-A066-03B0BAE278BA}" type="pres">
      <dgm:prSet presAssocID="{5C9DEF30-B51C-4040-B12C-6B89114213C2}" presName="spaceRect" presStyleCnt="0"/>
      <dgm:spPr/>
    </dgm:pt>
    <dgm:pt modelId="{39E3B0ED-AD6F-46CD-A72A-2D2093D85BBB}" type="pres">
      <dgm:prSet presAssocID="{5C9DEF30-B51C-4040-B12C-6B89114213C2}" presName="parTx" presStyleLbl="revTx" presStyleIdx="2" presStyleCnt="5">
        <dgm:presLayoutVars>
          <dgm:chMax val="0"/>
          <dgm:chPref val="0"/>
        </dgm:presLayoutVars>
      </dgm:prSet>
      <dgm:spPr/>
    </dgm:pt>
    <dgm:pt modelId="{81E273F6-F248-4E07-B424-6E7832746242}" type="pres">
      <dgm:prSet presAssocID="{CF1F16E4-4620-4E8B-974F-E8B7378570D5}" presName="sibTrans" presStyleCnt="0"/>
      <dgm:spPr/>
    </dgm:pt>
    <dgm:pt modelId="{F8E6EB81-BFF9-4C47-BB4D-65A4C0C8F195}" type="pres">
      <dgm:prSet presAssocID="{B60BCC81-D850-4F38-803C-59FBEFF23537}" presName="compNode" presStyleCnt="0"/>
      <dgm:spPr/>
    </dgm:pt>
    <dgm:pt modelId="{ECE2CEE8-48BF-472E-B66A-C26EF2DF3A34}" type="pres">
      <dgm:prSet presAssocID="{B60BCC81-D850-4F38-803C-59FBEFF23537}" presName="bgRect" presStyleLbl="bgShp" presStyleIdx="3" presStyleCnt="5"/>
      <dgm:spPr/>
    </dgm:pt>
    <dgm:pt modelId="{4C6ADBFA-570B-44C0-A199-9D59A309B6C1}" type="pres">
      <dgm:prSet presAssocID="{B60BCC81-D850-4F38-803C-59FBEFF2353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97C1F506-7211-4422-8CC3-B277497AD475}" type="pres">
      <dgm:prSet presAssocID="{B60BCC81-D850-4F38-803C-59FBEFF23537}" presName="spaceRect" presStyleCnt="0"/>
      <dgm:spPr/>
    </dgm:pt>
    <dgm:pt modelId="{F5203BAD-E951-46E0-AAA0-AE856D2C7A54}" type="pres">
      <dgm:prSet presAssocID="{B60BCC81-D850-4F38-803C-59FBEFF23537}" presName="parTx" presStyleLbl="revTx" presStyleIdx="3" presStyleCnt="5">
        <dgm:presLayoutVars>
          <dgm:chMax val="0"/>
          <dgm:chPref val="0"/>
        </dgm:presLayoutVars>
      </dgm:prSet>
      <dgm:spPr/>
    </dgm:pt>
    <dgm:pt modelId="{41C63A52-37AC-4CD5-8DC8-A2A19E44D5DA}" type="pres">
      <dgm:prSet presAssocID="{5939BAD7-9435-40D7-B550-66BBB88BF31B}" presName="sibTrans" presStyleCnt="0"/>
      <dgm:spPr/>
    </dgm:pt>
    <dgm:pt modelId="{B9E9E00E-A895-47CB-B7F3-EA1639BAB6A2}" type="pres">
      <dgm:prSet presAssocID="{00373EEA-2F51-4FE5-83D2-0ABCC715A9D7}" presName="compNode" presStyleCnt="0"/>
      <dgm:spPr/>
    </dgm:pt>
    <dgm:pt modelId="{44D9F620-3471-46D9-9DBC-D4D0C30B86AE}" type="pres">
      <dgm:prSet presAssocID="{00373EEA-2F51-4FE5-83D2-0ABCC715A9D7}" presName="bgRect" presStyleLbl="bgShp" presStyleIdx="4" presStyleCnt="5"/>
      <dgm:spPr/>
    </dgm:pt>
    <dgm:pt modelId="{787CC8F4-ADF4-4E6C-97EE-6A8B074B109A}" type="pres">
      <dgm:prSet presAssocID="{00373EEA-2F51-4FE5-83D2-0ABCC715A9D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068ACF4C-F6EE-4887-9D60-17E52778C573}" type="pres">
      <dgm:prSet presAssocID="{00373EEA-2F51-4FE5-83D2-0ABCC715A9D7}" presName="spaceRect" presStyleCnt="0"/>
      <dgm:spPr/>
    </dgm:pt>
    <dgm:pt modelId="{A80C351F-56D9-4240-9CF9-A54C1D0B04F9}" type="pres">
      <dgm:prSet presAssocID="{00373EEA-2F51-4FE5-83D2-0ABCC715A9D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F350528-9FAD-4FCB-B1F5-CF94986AFD4B}" type="presOf" srcId="{B60BCC81-D850-4F38-803C-59FBEFF23537}" destId="{F5203BAD-E951-46E0-AAA0-AE856D2C7A54}" srcOrd="0" destOrd="0" presId="urn:microsoft.com/office/officeart/2018/2/layout/IconVerticalSolidList"/>
    <dgm:cxn modelId="{2C52D732-9B06-4B1F-8286-8DA5C928C050}" type="presOf" srcId="{4E7B634C-FB8C-41A0-A3A9-A12D4197F655}" destId="{F8C0FFD9-C2EA-4AEF-AC6E-B2600311D812}" srcOrd="0" destOrd="0" presId="urn:microsoft.com/office/officeart/2018/2/layout/IconVerticalSolidList"/>
    <dgm:cxn modelId="{69027833-C323-4AC7-89A1-294FE96B4B7E}" srcId="{60CFDCAF-84D9-4166-9D7A-EFA42B2F1936}" destId="{00373EEA-2F51-4FE5-83D2-0ABCC715A9D7}" srcOrd="4" destOrd="0" parTransId="{2CC0F717-1B59-4012-8E1D-AE7F946F3087}" sibTransId="{358B683F-5DF1-4A2C-B6DB-1E0CBA70CAF7}"/>
    <dgm:cxn modelId="{F59DC144-04CC-4D1B-A29D-94C15C9B9867}" type="presOf" srcId="{5C9DEF30-B51C-4040-B12C-6B89114213C2}" destId="{39E3B0ED-AD6F-46CD-A72A-2D2093D85BBB}" srcOrd="0" destOrd="0" presId="urn:microsoft.com/office/officeart/2018/2/layout/IconVerticalSolidList"/>
    <dgm:cxn modelId="{62522E4C-3AD0-41F8-9E70-EB065248C521}" srcId="{60CFDCAF-84D9-4166-9D7A-EFA42B2F1936}" destId="{5C9DEF30-B51C-4040-B12C-6B89114213C2}" srcOrd="2" destOrd="0" parTransId="{664280CE-C026-4492-A269-CDC1765F7F51}" sibTransId="{CF1F16E4-4620-4E8B-974F-E8B7378570D5}"/>
    <dgm:cxn modelId="{88125F6E-40D3-4C0D-A32F-91FF8D5AC410}" srcId="{60CFDCAF-84D9-4166-9D7A-EFA42B2F1936}" destId="{5C3E53E8-D1AD-48A5-8E15-A31651322A73}" srcOrd="1" destOrd="0" parTransId="{F574C8D8-EF1C-4F20-8C90-5484BE2C148D}" sibTransId="{5E55FEF7-20B9-46C4-9F82-8EA1E2814A7C}"/>
    <dgm:cxn modelId="{5828DE8B-6148-483A-A01C-909F34567C5E}" type="presOf" srcId="{00373EEA-2F51-4FE5-83D2-0ABCC715A9D7}" destId="{A80C351F-56D9-4240-9CF9-A54C1D0B04F9}" srcOrd="0" destOrd="0" presId="urn:microsoft.com/office/officeart/2018/2/layout/IconVerticalSolidList"/>
    <dgm:cxn modelId="{665F1CC2-597E-4BF6-B801-8B956FC92E6D}" type="presOf" srcId="{5C3E53E8-D1AD-48A5-8E15-A31651322A73}" destId="{03972953-1E21-4E78-BB7F-9987B38D18A6}" srcOrd="0" destOrd="0" presId="urn:microsoft.com/office/officeart/2018/2/layout/IconVerticalSolidList"/>
    <dgm:cxn modelId="{A80BADC2-DE19-4EB5-89D7-D131246120E0}" type="presOf" srcId="{60CFDCAF-84D9-4166-9D7A-EFA42B2F1936}" destId="{6898D73B-2933-4080-9430-77E296ACAFF8}" srcOrd="0" destOrd="0" presId="urn:microsoft.com/office/officeart/2018/2/layout/IconVerticalSolidList"/>
    <dgm:cxn modelId="{A9EAD4E1-88FD-433D-A26E-F0129DE13285}" srcId="{60CFDCAF-84D9-4166-9D7A-EFA42B2F1936}" destId="{4E7B634C-FB8C-41A0-A3A9-A12D4197F655}" srcOrd="0" destOrd="0" parTransId="{5F6DA2B9-CA26-4BC5-8B8A-5FE85AC54DC1}" sibTransId="{024E737C-565D-47BB-923C-1BDAF0DD15FB}"/>
    <dgm:cxn modelId="{9274EFF2-21DE-4047-A29F-5C5273917AC5}" srcId="{60CFDCAF-84D9-4166-9D7A-EFA42B2F1936}" destId="{B60BCC81-D850-4F38-803C-59FBEFF23537}" srcOrd="3" destOrd="0" parTransId="{1D4D584B-B2DD-4AA4-92C6-712285495D89}" sibTransId="{5939BAD7-9435-40D7-B550-66BBB88BF31B}"/>
    <dgm:cxn modelId="{4224D80B-EEC0-4EAC-94F6-55D41FAB083F}" type="presParOf" srcId="{6898D73B-2933-4080-9430-77E296ACAFF8}" destId="{267761E4-CE7D-4092-AD52-F3188BA0CBFF}" srcOrd="0" destOrd="0" presId="urn:microsoft.com/office/officeart/2018/2/layout/IconVerticalSolidList"/>
    <dgm:cxn modelId="{8A6ACCA0-2AFB-46B2-8684-DCC462AA508D}" type="presParOf" srcId="{267761E4-CE7D-4092-AD52-F3188BA0CBFF}" destId="{98ECAE75-C7D6-42C3-925E-955DDB29F1B8}" srcOrd="0" destOrd="0" presId="urn:microsoft.com/office/officeart/2018/2/layout/IconVerticalSolidList"/>
    <dgm:cxn modelId="{E9071021-4870-4769-B0A4-5D0B6534D68F}" type="presParOf" srcId="{267761E4-CE7D-4092-AD52-F3188BA0CBFF}" destId="{CFC7781E-3207-4D4D-835A-5A1FE80147FE}" srcOrd="1" destOrd="0" presId="urn:microsoft.com/office/officeart/2018/2/layout/IconVerticalSolidList"/>
    <dgm:cxn modelId="{3D253BAF-19A5-453A-8FBC-2669FD31955D}" type="presParOf" srcId="{267761E4-CE7D-4092-AD52-F3188BA0CBFF}" destId="{A83F1B74-D347-4E34-AAB5-56842B12180B}" srcOrd="2" destOrd="0" presId="urn:microsoft.com/office/officeart/2018/2/layout/IconVerticalSolidList"/>
    <dgm:cxn modelId="{1A490183-0BC7-40FE-8D3D-6DD3EE90F3E1}" type="presParOf" srcId="{267761E4-CE7D-4092-AD52-F3188BA0CBFF}" destId="{F8C0FFD9-C2EA-4AEF-AC6E-B2600311D812}" srcOrd="3" destOrd="0" presId="urn:microsoft.com/office/officeart/2018/2/layout/IconVerticalSolidList"/>
    <dgm:cxn modelId="{DCACE78E-FC4F-4711-AFC5-3D58760C8111}" type="presParOf" srcId="{6898D73B-2933-4080-9430-77E296ACAFF8}" destId="{20D96C9D-D67B-4C65-BFEA-1A55BEACD795}" srcOrd="1" destOrd="0" presId="urn:microsoft.com/office/officeart/2018/2/layout/IconVerticalSolidList"/>
    <dgm:cxn modelId="{9CC9CA15-F7B5-4FF0-B7BB-0C7AE2F603C4}" type="presParOf" srcId="{6898D73B-2933-4080-9430-77E296ACAFF8}" destId="{DFEA4675-8120-44F4-A266-3D1FA47853BA}" srcOrd="2" destOrd="0" presId="urn:microsoft.com/office/officeart/2018/2/layout/IconVerticalSolidList"/>
    <dgm:cxn modelId="{38B9CB5C-55FE-4CE3-A027-68585F2FC6CB}" type="presParOf" srcId="{DFEA4675-8120-44F4-A266-3D1FA47853BA}" destId="{67385FE5-99E7-4003-9E4E-3E28871EAF8E}" srcOrd="0" destOrd="0" presId="urn:microsoft.com/office/officeart/2018/2/layout/IconVerticalSolidList"/>
    <dgm:cxn modelId="{D0D6D91F-3460-41FD-9824-14A5697395E7}" type="presParOf" srcId="{DFEA4675-8120-44F4-A266-3D1FA47853BA}" destId="{15DEE05F-1BBC-4088-9EFD-347DCBD3B156}" srcOrd="1" destOrd="0" presId="urn:microsoft.com/office/officeart/2018/2/layout/IconVerticalSolidList"/>
    <dgm:cxn modelId="{723E6F6E-9E16-4E33-91BE-3F73200E2FAF}" type="presParOf" srcId="{DFEA4675-8120-44F4-A266-3D1FA47853BA}" destId="{93573615-9486-49ED-9632-3B1EB756B9C4}" srcOrd="2" destOrd="0" presId="urn:microsoft.com/office/officeart/2018/2/layout/IconVerticalSolidList"/>
    <dgm:cxn modelId="{67E9F8A2-1065-4FBF-90F6-F7C97B940117}" type="presParOf" srcId="{DFEA4675-8120-44F4-A266-3D1FA47853BA}" destId="{03972953-1E21-4E78-BB7F-9987B38D18A6}" srcOrd="3" destOrd="0" presId="urn:microsoft.com/office/officeart/2018/2/layout/IconVerticalSolidList"/>
    <dgm:cxn modelId="{25A204B4-CB2F-47FC-9800-3CE14426B745}" type="presParOf" srcId="{6898D73B-2933-4080-9430-77E296ACAFF8}" destId="{C5687C2B-9319-4C9F-A669-498C3C0AE57C}" srcOrd="3" destOrd="0" presId="urn:microsoft.com/office/officeart/2018/2/layout/IconVerticalSolidList"/>
    <dgm:cxn modelId="{024EED92-D813-405C-9846-934CC12C56E7}" type="presParOf" srcId="{6898D73B-2933-4080-9430-77E296ACAFF8}" destId="{05BAF78E-A36C-48C3-B871-8888A900C842}" srcOrd="4" destOrd="0" presId="urn:microsoft.com/office/officeart/2018/2/layout/IconVerticalSolidList"/>
    <dgm:cxn modelId="{DE3B98C3-2FE8-44C8-ABE4-9E879CDC62F6}" type="presParOf" srcId="{05BAF78E-A36C-48C3-B871-8888A900C842}" destId="{38359246-F621-4288-ABF1-228F6374F71F}" srcOrd="0" destOrd="0" presId="urn:microsoft.com/office/officeart/2018/2/layout/IconVerticalSolidList"/>
    <dgm:cxn modelId="{C5206C1A-A025-4BC6-A4C0-EE55FAA63022}" type="presParOf" srcId="{05BAF78E-A36C-48C3-B871-8888A900C842}" destId="{1D0F2EA0-52CD-45E1-BE93-A78015F8C503}" srcOrd="1" destOrd="0" presId="urn:microsoft.com/office/officeart/2018/2/layout/IconVerticalSolidList"/>
    <dgm:cxn modelId="{882450EF-95A5-4FAB-9EA6-01181490F13F}" type="presParOf" srcId="{05BAF78E-A36C-48C3-B871-8888A900C842}" destId="{836223EF-4162-4EAD-A066-03B0BAE278BA}" srcOrd="2" destOrd="0" presId="urn:microsoft.com/office/officeart/2018/2/layout/IconVerticalSolidList"/>
    <dgm:cxn modelId="{966C31B1-592D-4539-9DCD-D92F7EA56EB7}" type="presParOf" srcId="{05BAF78E-A36C-48C3-B871-8888A900C842}" destId="{39E3B0ED-AD6F-46CD-A72A-2D2093D85BBB}" srcOrd="3" destOrd="0" presId="urn:microsoft.com/office/officeart/2018/2/layout/IconVerticalSolidList"/>
    <dgm:cxn modelId="{F8760CC7-E76D-4DFA-966E-0573A603B324}" type="presParOf" srcId="{6898D73B-2933-4080-9430-77E296ACAFF8}" destId="{81E273F6-F248-4E07-B424-6E7832746242}" srcOrd="5" destOrd="0" presId="urn:microsoft.com/office/officeart/2018/2/layout/IconVerticalSolidList"/>
    <dgm:cxn modelId="{39CCC278-9667-4D9D-9773-79EB6A2BE4E7}" type="presParOf" srcId="{6898D73B-2933-4080-9430-77E296ACAFF8}" destId="{F8E6EB81-BFF9-4C47-BB4D-65A4C0C8F195}" srcOrd="6" destOrd="0" presId="urn:microsoft.com/office/officeart/2018/2/layout/IconVerticalSolidList"/>
    <dgm:cxn modelId="{5BFCF59D-0244-485C-B551-3A5DC574A3AD}" type="presParOf" srcId="{F8E6EB81-BFF9-4C47-BB4D-65A4C0C8F195}" destId="{ECE2CEE8-48BF-472E-B66A-C26EF2DF3A34}" srcOrd="0" destOrd="0" presId="urn:microsoft.com/office/officeart/2018/2/layout/IconVerticalSolidList"/>
    <dgm:cxn modelId="{AB147994-9F4F-4354-BDE0-10D5CC6878BF}" type="presParOf" srcId="{F8E6EB81-BFF9-4C47-BB4D-65A4C0C8F195}" destId="{4C6ADBFA-570B-44C0-A199-9D59A309B6C1}" srcOrd="1" destOrd="0" presId="urn:microsoft.com/office/officeart/2018/2/layout/IconVerticalSolidList"/>
    <dgm:cxn modelId="{49A029F0-96DF-4599-BAF5-B322F30F185A}" type="presParOf" srcId="{F8E6EB81-BFF9-4C47-BB4D-65A4C0C8F195}" destId="{97C1F506-7211-4422-8CC3-B277497AD475}" srcOrd="2" destOrd="0" presId="urn:microsoft.com/office/officeart/2018/2/layout/IconVerticalSolidList"/>
    <dgm:cxn modelId="{F7978BA8-5BA6-4A85-8212-3B6734A2D5CE}" type="presParOf" srcId="{F8E6EB81-BFF9-4C47-BB4D-65A4C0C8F195}" destId="{F5203BAD-E951-46E0-AAA0-AE856D2C7A54}" srcOrd="3" destOrd="0" presId="urn:microsoft.com/office/officeart/2018/2/layout/IconVerticalSolidList"/>
    <dgm:cxn modelId="{D92DCC99-D303-4BE7-B2BD-B9FFF74D438B}" type="presParOf" srcId="{6898D73B-2933-4080-9430-77E296ACAFF8}" destId="{41C63A52-37AC-4CD5-8DC8-A2A19E44D5DA}" srcOrd="7" destOrd="0" presId="urn:microsoft.com/office/officeart/2018/2/layout/IconVerticalSolidList"/>
    <dgm:cxn modelId="{5AB7AB73-1B97-4153-AB7D-20CF9561E902}" type="presParOf" srcId="{6898D73B-2933-4080-9430-77E296ACAFF8}" destId="{B9E9E00E-A895-47CB-B7F3-EA1639BAB6A2}" srcOrd="8" destOrd="0" presId="urn:microsoft.com/office/officeart/2018/2/layout/IconVerticalSolidList"/>
    <dgm:cxn modelId="{14F48D89-308A-4EA5-8B0C-B345B7A1B27D}" type="presParOf" srcId="{B9E9E00E-A895-47CB-B7F3-EA1639BAB6A2}" destId="{44D9F620-3471-46D9-9DBC-D4D0C30B86AE}" srcOrd="0" destOrd="0" presId="urn:microsoft.com/office/officeart/2018/2/layout/IconVerticalSolidList"/>
    <dgm:cxn modelId="{54352E42-DBAB-4A93-BFB2-7C8A84A88F1D}" type="presParOf" srcId="{B9E9E00E-A895-47CB-B7F3-EA1639BAB6A2}" destId="{787CC8F4-ADF4-4E6C-97EE-6A8B074B109A}" srcOrd="1" destOrd="0" presId="urn:microsoft.com/office/officeart/2018/2/layout/IconVerticalSolidList"/>
    <dgm:cxn modelId="{94155716-9547-43D2-B61E-0A0AB2F1C467}" type="presParOf" srcId="{B9E9E00E-A895-47CB-B7F3-EA1639BAB6A2}" destId="{068ACF4C-F6EE-4887-9D60-17E52778C573}" srcOrd="2" destOrd="0" presId="urn:microsoft.com/office/officeart/2018/2/layout/IconVerticalSolidList"/>
    <dgm:cxn modelId="{AA6D0D4E-73BB-4087-9865-CC95DCDE3FE4}" type="presParOf" srcId="{B9E9E00E-A895-47CB-B7F3-EA1639BAB6A2}" destId="{A80C351F-56D9-4240-9CF9-A54C1D0B04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4E82C0-802D-47A9-A856-2D9CC84D7AA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9985CA-17F5-45B5-A963-2EDBCAC206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Enough talk—let’s dive into the Proof of Concept (POC) for </a:t>
          </a:r>
          <a:r>
            <a:rPr lang="en-US" dirty="0" err="1"/>
            <a:t>SecurityPrice</a:t>
          </a:r>
          <a:r>
            <a:rPr lang="en-US" dirty="0"/>
            <a:t>.</a:t>
          </a:r>
        </a:p>
      </dgm:t>
    </dgm:pt>
    <dgm:pt modelId="{45D9AD18-95B8-4952-B15E-08C33E79C2F6}" type="parTrans" cxnId="{552A0389-C543-47EA-9525-760D20BBF9F4}">
      <dgm:prSet/>
      <dgm:spPr/>
      <dgm:t>
        <a:bodyPr/>
        <a:lstStyle/>
        <a:p>
          <a:endParaRPr lang="en-US"/>
        </a:p>
      </dgm:t>
    </dgm:pt>
    <dgm:pt modelId="{C5C725F2-5745-47BC-AD99-5B73E476D772}" type="sibTrans" cxnId="{552A0389-C543-47EA-9525-760D20BBF9F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AF60613-84C9-47F9-ACF9-D0B33F40A8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We’ll demonstrate how the </a:t>
          </a:r>
          <a:r>
            <a:rPr lang="en-US" dirty="0" err="1"/>
            <a:t>SecurityPrice</a:t>
          </a:r>
          <a:r>
            <a:rPr lang="en-US" dirty="0"/>
            <a:t> solution works in a mock setup.</a:t>
          </a:r>
        </a:p>
      </dgm:t>
    </dgm:pt>
    <dgm:pt modelId="{1FC1EB6B-ED1C-45E7-A1A3-856A021A3B02}" type="parTrans" cxnId="{DC7D2BBB-5FCE-49FF-9347-764B1ECC3B0D}">
      <dgm:prSet/>
      <dgm:spPr/>
      <dgm:t>
        <a:bodyPr/>
        <a:lstStyle/>
        <a:p>
          <a:endParaRPr lang="en-US"/>
        </a:p>
      </dgm:t>
    </dgm:pt>
    <dgm:pt modelId="{C030646A-5FFA-41CB-8686-F491B473A0DE}" type="sibTrans" cxnId="{DC7D2BBB-5FCE-49FF-9347-764B1ECC3B0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736CE8-3CAB-4C09-A56D-16671D3B6B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Watch as manipulated prices are detected and rejected in real-time.</a:t>
          </a:r>
          <a:endParaRPr lang="en-US" dirty="0"/>
        </a:p>
      </dgm:t>
    </dgm:pt>
    <dgm:pt modelId="{57A9D6FA-87D9-45FE-B7FF-E04FAC446F7F}" type="parTrans" cxnId="{33007277-7825-48CA-999E-46C0F06BA0AA}">
      <dgm:prSet/>
      <dgm:spPr/>
      <dgm:t>
        <a:bodyPr/>
        <a:lstStyle/>
        <a:p>
          <a:endParaRPr lang="en-US"/>
        </a:p>
      </dgm:t>
    </dgm:pt>
    <dgm:pt modelId="{E5327A34-B31A-4CDC-8E69-01D1AC6739BC}" type="sibTrans" cxnId="{33007277-7825-48CA-999E-46C0F06BA0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1E8CEC8-1387-4FEB-A240-BBC4216AFD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See how SecurityPrice provides robust protection for DeFi protocols.</a:t>
          </a:r>
          <a:endParaRPr lang="en-US" dirty="0"/>
        </a:p>
      </dgm:t>
    </dgm:pt>
    <dgm:pt modelId="{EF6BDA05-6A31-4899-A992-6DD6A3759115}" type="parTrans" cxnId="{F2913716-1EF8-49E5-A874-E3864FE69D19}">
      <dgm:prSet/>
      <dgm:spPr/>
      <dgm:t>
        <a:bodyPr/>
        <a:lstStyle/>
        <a:p>
          <a:endParaRPr lang="en-US"/>
        </a:p>
      </dgm:t>
    </dgm:pt>
    <dgm:pt modelId="{11453AD7-D807-4A92-B8BB-F99E624C792E}" type="sibTrans" cxnId="{F2913716-1EF8-49E5-A874-E3864FE69D19}">
      <dgm:prSet/>
      <dgm:spPr/>
      <dgm:t>
        <a:bodyPr/>
        <a:lstStyle/>
        <a:p>
          <a:endParaRPr lang="en-US"/>
        </a:p>
      </dgm:t>
    </dgm:pt>
    <dgm:pt modelId="{60DF9001-71E6-4F7D-AC65-8D9491FC08B6}" type="pres">
      <dgm:prSet presAssocID="{904E82C0-802D-47A9-A856-2D9CC84D7AAA}" presName="root" presStyleCnt="0">
        <dgm:presLayoutVars>
          <dgm:dir/>
          <dgm:resizeHandles val="exact"/>
        </dgm:presLayoutVars>
      </dgm:prSet>
      <dgm:spPr/>
    </dgm:pt>
    <dgm:pt modelId="{0D877AC2-7119-4627-849B-428603E493A9}" type="pres">
      <dgm:prSet presAssocID="{EF9985CA-17F5-45B5-A963-2EDBCAC2063A}" presName="compNode" presStyleCnt="0"/>
      <dgm:spPr/>
    </dgm:pt>
    <dgm:pt modelId="{081C3778-D2B8-4A12-B4F2-2D21CB9AA011}" type="pres">
      <dgm:prSet presAssocID="{EF9985CA-17F5-45B5-A963-2EDBCAC2063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rgulho"/>
        </a:ext>
      </dgm:extLst>
    </dgm:pt>
    <dgm:pt modelId="{58C993F6-3632-4F2B-88C8-F435D40E67FF}" type="pres">
      <dgm:prSet presAssocID="{EF9985CA-17F5-45B5-A963-2EDBCAC2063A}" presName="spaceRect" presStyleCnt="0"/>
      <dgm:spPr/>
    </dgm:pt>
    <dgm:pt modelId="{94485000-FC53-4E2E-8DAC-3950E0C70117}" type="pres">
      <dgm:prSet presAssocID="{EF9985CA-17F5-45B5-A963-2EDBCAC2063A}" presName="textRect" presStyleLbl="revTx" presStyleIdx="0" presStyleCnt="4">
        <dgm:presLayoutVars>
          <dgm:chMax val="1"/>
          <dgm:chPref val="1"/>
        </dgm:presLayoutVars>
      </dgm:prSet>
      <dgm:spPr/>
    </dgm:pt>
    <dgm:pt modelId="{96FB32B6-36DF-4CA1-9D79-EC16F070C06D}" type="pres">
      <dgm:prSet presAssocID="{C5C725F2-5745-47BC-AD99-5B73E476D772}" presName="sibTrans" presStyleCnt="0"/>
      <dgm:spPr/>
    </dgm:pt>
    <dgm:pt modelId="{94A4FAE7-21A8-4DD5-A218-0F9F24A30453}" type="pres">
      <dgm:prSet presAssocID="{DAF60613-84C9-47F9-ACF9-D0B33F40A8A2}" presName="compNode" presStyleCnt="0"/>
      <dgm:spPr/>
    </dgm:pt>
    <dgm:pt modelId="{FDE33CF1-9E76-4189-A80C-91EB7E834608}" type="pres">
      <dgm:prSet presAssocID="{DAF60613-84C9-47F9-ACF9-D0B33F40A8A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8EEC4B23-ED03-4EDE-ABEB-F72202CD73D8}" type="pres">
      <dgm:prSet presAssocID="{DAF60613-84C9-47F9-ACF9-D0B33F40A8A2}" presName="spaceRect" presStyleCnt="0"/>
      <dgm:spPr/>
    </dgm:pt>
    <dgm:pt modelId="{B316D179-72BF-4201-86A8-B83A47AEBE28}" type="pres">
      <dgm:prSet presAssocID="{DAF60613-84C9-47F9-ACF9-D0B33F40A8A2}" presName="textRect" presStyleLbl="revTx" presStyleIdx="1" presStyleCnt="4">
        <dgm:presLayoutVars>
          <dgm:chMax val="1"/>
          <dgm:chPref val="1"/>
        </dgm:presLayoutVars>
      </dgm:prSet>
      <dgm:spPr/>
    </dgm:pt>
    <dgm:pt modelId="{9E855B85-38E1-49FC-8338-DE047620613A}" type="pres">
      <dgm:prSet presAssocID="{C030646A-5FFA-41CB-8686-F491B473A0DE}" presName="sibTrans" presStyleCnt="0"/>
      <dgm:spPr/>
    </dgm:pt>
    <dgm:pt modelId="{4139E154-0F4D-4D51-939C-2C9E991061C1}" type="pres">
      <dgm:prSet presAssocID="{17736CE8-3CAB-4C09-A56D-16671D3B6BD8}" presName="compNode" presStyleCnt="0"/>
      <dgm:spPr/>
    </dgm:pt>
    <dgm:pt modelId="{E02B498C-9F44-4392-AB17-00A4923C490C}" type="pres">
      <dgm:prSet presAssocID="{17736CE8-3CAB-4C09-A56D-16671D3B6BD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A46CFA96-833E-4F6D-8E43-E355A1C3EF34}" type="pres">
      <dgm:prSet presAssocID="{17736CE8-3CAB-4C09-A56D-16671D3B6BD8}" presName="spaceRect" presStyleCnt="0"/>
      <dgm:spPr/>
    </dgm:pt>
    <dgm:pt modelId="{5642D328-0839-403A-86BD-B6FC06506525}" type="pres">
      <dgm:prSet presAssocID="{17736CE8-3CAB-4C09-A56D-16671D3B6BD8}" presName="textRect" presStyleLbl="revTx" presStyleIdx="2" presStyleCnt="4">
        <dgm:presLayoutVars>
          <dgm:chMax val="1"/>
          <dgm:chPref val="1"/>
        </dgm:presLayoutVars>
      </dgm:prSet>
      <dgm:spPr/>
    </dgm:pt>
    <dgm:pt modelId="{06DEDEAF-0A09-4BD1-85A4-1FF2AACC3D2B}" type="pres">
      <dgm:prSet presAssocID="{E5327A34-B31A-4CDC-8E69-01D1AC6739BC}" presName="sibTrans" presStyleCnt="0"/>
      <dgm:spPr/>
    </dgm:pt>
    <dgm:pt modelId="{41483869-9EA1-4D98-93C1-1A9A696547E1}" type="pres">
      <dgm:prSet presAssocID="{71E8CEC8-1387-4FEB-A240-BBC4216AFD64}" presName="compNode" presStyleCnt="0"/>
      <dgm:spPr/>
    </dgm:pt>
    <dgm:pt modelId="{53922080-3FE4-47C7-A554-CBD00C9EF51E}" type="pres">
      <dgm:prSet presAssocID="{71E8CEC8-1387-4FEB-A240-BBC4216AFD6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cador de documento"/>
        </a:ext>
      </dgm:extLst>
    </dgm:pt>
    <dgm:pt modelId="{0F7E87F9-E2D8-4BEC-B50B-443637514BA9}" type="pres">
      <dgm:prSet presAssocID="{71E8CEC8-1387-4FEB-A240-BBC4216AFD64}" presName="spaceRect" presStyleCnt="0"/>
      <dgm:spPr/>
    </dgm:pt>
    <dgm:pt modelId="{58A4016D-144F-451E-8763-22597FD848CE}" type="pres">
      <dgm:prSet presAssocID="{71E8CEC8-1387-4FEB-A240-BBC4216AFD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2913716-1EF8-49E5-A874-E3864FE69D19}" srcId="{904E82C0-802D-47A9-A856-2D9CC84D7AAA}" destId="{71E8CEC8-1387-4FEB-A240-BBC4216AFD64}" srcOrd="3" destOrd="0" parTransId="{EF6BDA05-6A31-4899-A992-6DD6A3759115}" sibTransId="{11453AD7-D807-4A92-B8BB-F99E624C792E}"/>
    <dgm:cxn modelId="{AC9F8B26-B5E5-4E0F-8B71-6FAB929BD5CC}" type="presOf" srcId="{EF9985CA-17F5-45B5-A963-2EDBCAC2063A}" destId="{94485000-FC53-4E2E-8DAC-3950E0C70117}" srcOrd="0" destOrd="0" presId="urn:microsoft.com/office/officeart/2018/2/layout/IconLabelList"/>
    <dgm:cxn modelId="{3EE0923D-AED7-4A80-B26B-52F31FC0CD90}" type="presOf" srcId="{904E82C0-802D-47A9-A856-2D9CC84D7AAA}" destId="{60DF9001-71E6-4F7D-AC65-8D9491FC08B6}" srcOrd="0" destOrd="0" presId="urn:microsoft.com/office/officeart/2018/2/layout/IconLabelList"/>
    <dgm:cxn modelId="{08E8475F-5480-448B-B7DF-57789347A0C6}" type="presOf" srcId="{71E8CEC8-1387-4FEB-A240-BBC4216AFD64}" destId="{58A4016D-144F-451E-8763-22597FD848CE}" srcOrd="0" destOrd="0" presId="urn:microsoft.com/office/officeart/2018/2/layout/IconLabelList"/>
    <dgm:cxn modelId="{33007277-7825-48CA-999E-46C0F06BA0AA}" srcId="{904E82C0-802D-47A9-A856-2D9CC84D7AAA}" destId="{17736CE8-3CAB-4C09-A56D-16671D3B6BD8}" srcOrd="2" destOrd="0" parTransId="{57A9D6FA-87D9-45FE-B7FF-E04FAC446F7F}" sibTransId="{E5327A34-B31A-4CDC-8E69-01D1AC6739BC}"/>
    <dgm:cxn modelId="{552A0389-C543-47EA-9525-760D20BBF9F4}" srcId="{904E82C0-802D-47A9-A856-2D9CC84D7AAA}" destId="{EF9985CA-17F5-45B5-A963-2EDBCAC2063A}" srcOrd="0" destOrd="0" parTransId="{45D9AD18-95B8-4952-B15E-08C33E79C2F6}" sibTransId="{C5C725F2-5745-47BC-AD99-5B73E476D772}"/>
    <dgm:cxn modelId="{245A0FB6-C5E9-48C8-B6B8-A79428CC3D04}" type="presOf" srcId="{DAF60613-84C9-47F9-ACF9-D0B33F40A8A2}" destId="{B316D179-72BF-4201-86A8-B83A47AEBE28}" srcOrd="0" destOrd="0" presId="urn:microsoft.com/office/officeart/2018/2/layout/IconLabelList"/>
    <dgm:cxn modelId="{DC7D2BBB-5FCE-49FF-9347-764B1ECC3B0D}" srcId="{904E82C0-802D-47A9-A856-2D9CC84D7AAA}" destId="{DAF60613-84C9-47F9-ACF9-D0B33F40A8A2}" srcOrd="1" destOrd="0" parTransId="{1FC1EB6B-ED1C-45E7-A1A3-856A021A3B02}" sibTransId="{C030646A-5FFA-41CB-8686-F491B473A0DE}"/>
    <dgm:cxn modelId="{4F057FD4-ED89-4A32-BB1F-1301B18591D6}" type="presOf" srcId="{17736CE8-3CAB-4C09-A56D-16671D3B6BD8}" destId="{5642D328-0839-403A-86BD-B6FC06506525}" srcOrd="0" destOrd="0" presId="urn:microsoft.com/office/officeart/2018/2/layout/IconLabelList"/>
    <dgm:cxn modelId="{B1B9F4EE-B2D3-4629-BF1A-C39325CD5BBF}" type="presParOf" srcId="{60DF9001-71E6-4F7D-AC65-8D9491FC08B6}" destId="{0D877AC2-7119-4627-849B-428603E493A9}" srcOrd="0" destOrd="0" presId="urn:microsoft.com/office/officeart/2018/2/layout/IconLabelList"/>
    <dgm:cxn modelId="{39F841F3-5766-407B-A072-4936F1A538A4}" type="presParOf" srcId="{0D877AC2-7119-4627-849B-428603E493A9}" destId="{081C3778-D2B8-4A12-B4F2-2D21CB9AA011}" srcOrd="0" destOrd="0" presId="urn:microsoft.com/office/officeart/2018/2/layout/IconLabelList"/>
    <dgm:cxn modelId="{9DEB0C0C-4B3E-45C8-A635-53A904A6B575}" type="presParOf" srcId="{0D877AC2-7119-4627-849B-428603E493A9}" destId="{58C993F6-3632-4F2B-88C8-F435D40E67FF}" srcOrd="1" destOrd="0" presId="urn:microsoft.com/office/officeart/2018/2/layout/IconLabelList"/>
    <dgm:cxn modelId="{C893BA7A-5219-4128-A6AD-8DB76D7B06FA}" type="presParOf" srcId="{0D877AC2-7119-4627-849B-428603E493A9}" destId="{94485000-FC53-4E2E-8DAC-3950E0C70117}" srcOrd="2" destOrd="0" presId="urn:microsoft.com/office/officeart/2018/2/layout/IconLabelList"/>
    <dgm:cxn modelId="{3289BA57-A4FE-4BD3-B7C4-65B80CA813DB}" type="presParOf" srcId="{60DF9001-71E6-4F7D-AC65-8D9491FC08B6}" destId="{96FB32B6-36DF-4CA1-9D79-EC16F070C06D}" srcOrd="1" destOrd="0" presId="urn:microsoft.com/office/officeart/2018/2/layout/IconLabelList"/>
    <dgm:cxn modelId="{7064D889-DA05-4F4B-B367-9FF8D5D716B3}" type="presParOf" srcId="{60DF9001-71E6-4F7D-AC65-8D9491FC08B6}" destId="{94A4FAE7-21A8-4DD5-A218-0F9F24A30453}" srcOrd="2" destOrd="0" presId="urn:microsoft.com/office/officeart/2018/2/layout/IconLabelList"/>
    <dgm:cxn modelId="{FA1A397B-F1A7-47CF-8493-312983ED194E}" type="presParOf" srcId="{94A4FAE7-21A8-4DD5-A218-0F9F24A30453}" destId="{FDE33CF1-9E76-4189-A80C-91EB7E834608}" srcOrd="0" destOrd="0" presId="urn:microsoft.com/office/officeart/2018/2/layout/IconLabelList"/>
    <dgm:cxn modelId="{DB3AC00B-FDE2-4DA1-BDA7-00D9F9F26018}" type="presParOf" srcId="{94A4FAE7-21A8-4DD5-A218-0F9F24A30453}" destId="{8EEC4B23-ED03-4EDE-ABEB-F72202CD73D8}" srcOrd="1" destOrd="0" presId="urn:microsoft.com/office/officeart/2018/2/layout/IconLabelList"/>
    <dgm:cxn modelId="{567ADC23-FD05-4A5D-ADA9-C9DD47A7C724}" type="presParOf" srcId="{94A4FAE7-21A8-4DD5-A218-0F9F24A30453}" destId="{B316D179-72BF-4201-86A8-B83A47AEBE28}" srcOrd="2" destOrd="0" presId="urn:microsoft.com/office/officeart/2018/2/layout/IconLabelList"/>
    <dgm:cxn modelId="{5D660100-0CC6-43AD-BAD9-AB95D1A6BCDB}" type="presParOf" srcId="{60DF9001-71E6-4F7D-AC65-8D9491FC08B6}" destId="{9E855B85-38E1-49FC-8338-DE047620613A}" srcOrd="3" destOrd="0" presId="urn:microsoft.com/office/officeart/2018/2/layout/IconLabelList"/>
    <dgm:cxn modelId="{E2C167C2-9B1D-41E4-9B85-DBF1C532465C}" type="presParOf" srcId="{60DF9001-71E6-4F7D-AC65-8D9491FC08B6}" destId="{4139E154-0F4D-4D51-939C-2C9E991061C1}" srcOrd="4" destOrd="0" presId="urn:microsoft.com/office/officeart/2018/2/layout/IconLabelList"/>
    <dgm:cxn modelId="{6232FE28-8BD7-4C9E-902D-08AEA7798BA1}" type="presParOf" srcId="{4139E154-0F4D-4D51-939C-2C9E991061C1}" destId="{E02B498C-9F44-4392-AB17-00A4923C490C}" srcOrd="0" destOrd="0" presId="urn:microsoft.com/office/officeart/2018/2/layout/IconLabelList"/>
    <dgm:cxn modelId="{47683C45-FED8-41F0-8E2E-7A8984E79909}" type="presParOf" srcId="{4139E154-0F4D-4D51-939C-2C9E991061C1}" destId="{A46CFA96-833E-4F6D-8E43-E355A1C3EF34}" srcOrd="1" destOrd="0" presId="urn:microsoft.com/office/officeart/2018/2/layout/IconLabelList"/>
    <dgm:cxn modelId="{ACBA61E2-B15A-4480-A218-1B52CEF17321}" type="presParOf" srcId="{4139E154-0F4D-4D51-939C-2C9E991061C1}" destId="{5642D328-0839-403A-86BD-B6FC06506525}" srcOrd="2" destOrd="0" presId="urn:microsoft.com/office/officeart/2018/2/layout/IconLabelList"/>
    <dgm:cxn modelId="{9A46BED7-CAC4-4FC0-9B82-44A1AC5198E1}" type="presParOf" srcId="{60DF9001-71E6-4F7D-AC65-8D9491FC08B6}" destId="{06DEDEAF-0A09-4BD1-85A4-1FF2AACC3D2B}" srcOrd="5" destOrd="0" presId="urn:microsoft.com/office/officeart/2018/2/layout/IconLabelList"/>
    <dgm:cxn modelId="{D05575A4-3F69-4DCF-B474-D492857BA893}" type="presParOf" srcId="{60DF9001-71E6-4F7D-AC65-8D9491FC08B6}" destId="{41483869-9EA1-4D98-93C1-1A9A696547E1}" srcOrd="6" destOrd="0" presId="urn:microsoft.com/office/officeart/2018/2/layout/IconLabelList"/>
    <dgm:cxn modelId="{4DB97FD3-865D-46E1-90F2-07F7C706414C}" type="presParOf" srcId="{41483869-9EA1-4D98-93C1-1A9A696547E1}" destId="{53922080-3FE4-47C7-A554-CBD00C9EF51E}" srcOrd="0" destOrd="0" presId="urn:microsoft.com/office/officeart/2018/2/layout/IconLabelList"/>
    <dgm:cxn modelId="{7AEB5363-A17D-42FA-B519-E524ABDC0393}" type="presParOf" srcId="{41483869-9EA1-4D98-93C1-1A9A696547E1}" destId="{0F7E87F9-E2D8-4BEC-B50B-443637514BA9}" srcOrd="1" destOrd="0" presId="urn:microsoft.com/office/officeart/2018/2/layout/IconLabelList"/>
    <dgm:cxn modelId="{165FE88E-397C-434F-BCD6-7ABB34D28C78}" type="presParOf" srcId="{41483869-9EA1-4D98-93C1-1A9A696547E1}" destId="{58A4016D-144F-451E-8763-22597FD848C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32B52C-9F32-478E-8133-9B789CBB5AEC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4064E3-B18F-4BC5-BF5D-4B6E8423B527}">
      <dgm:prSet/>
      <dgm:spPr/>
      <dgm:t>
        <a:bodyPr/>
        <a:lstStyle/>
        <a:p>
          <a:r>
            <a:rPr lang="en-US" b="0" i="0"/>
            <a:t>• The manipulated BOO price would have been flagged and rejected.</a:t>
          </a:r>
          <a:endParaRPr lang="en-US"/>
        </a:p>
      </dgm:t>
    </dgm:pt>
    <dgm:pt modelId="{CDC3AA1D-A1E7-4D1C-AD06-BFA555F636C4}" type="parTrans" cxnId="{BAD1F2B7-3485-4C79-BECD-ACC33AF1E1A7}">
      <dgm:prSet/>
      <dgm:spPr/>
      <dgm:t>
        <a:bodyPr/>
        <a:lstStyle/>
        <a:p>
          <a:endParaRPr lang="en-US"/>
        </a:p>
      </dgm:t>
    </dgm:pt>
    <dgm:pt modelId="{FD682266-8522-4414-AC9F-6FA23C6F1CF7}" type="sibTrans" cxnId="{BAD1F2B7-3485-4C79-BECD-ACC33AF1E1A7}">
      <dgm:prSet/>
      <dgm:spPr/>
      <dgm:t>
        <a:bodyPr/>
        <a:lstStyle/>
        <a:p>
          <a:endParaRPr lang="en-US"/>
        </a:p>
      </dgm:t>
    </dgm:pt>
    <dgm:pt modelId="{75A144E9-0E0B-4EE2-8668-913DDE6E8AC3}">
      <dgm:prSet/>
      <dgm:spPr/>
      <dgm:t>
        <a:bodyPr/>
        <a:lstStyle/>
        <a:p>
          <a:r>
            <a:rPr lang="en-US" b="0" i="0"/>
            <a:t>• Inflated collateral values would not have been accepted.</a:t>
          </a:r>
          <a:endParaRPr lang="en-US"/>
        </a:p>
      </dgm:t>
    </dgm:pt>
    <dgm:pt modelId="{C15A0460-A8DB-4882-A5DA-3A7BCE5E6771}" type="parTrans" cxnId="{82E0E0F8-737A-4D0F-86B5-002423A92087}">
      <dgm:prSet/>
      <dgm:spPr/>
      <dgm:t>
        <a:bodyPr/>
        <a:lstStyle/>
        <a:p>
          <a:endParaRPr lang="en-US"/>
        </a:p>
      </dgm:t>
    </dgm:pt>
    <dgm:pt modelId="{F8A06BAB-7787-4D01-8611-22180792FC9B}" type="sibTrans" cxnId="{82E0E0F8-737A-4D0F-86B5-002423A92087}">
      <dgm:prSet/>
      <dgm:spPr/>
      <dgm:t>
        <a:bodyPr/>
        <a:lstStyle/>
        <a:p>
          <a:endParaRPr lang="en-US"/>
        </a:p>
      </dgm:t>
    </dgm:pt>
    <dgm:pt modelId="{0CC346EF-AC42-4048-AC41-84F3051922C9}">
      <dgm:prSet/>
      <dgm:spPr/>
      <dgm:t>
        <a:bodyPr/>
        <a:lstStyle/>
        <a:p>
          <a:r>
            <a:rPr lang="en-US" b="0" i="0"/>
            <a:t>• The $8.7 million attack could have been completely avoided.</a:t>
          </a:r>
          <a:endParaRPr lang="en-US"/>
        </a:p>
      </dgm:t>
    </dgm:pt>
    <dgm:pt modelId="{35D73A70-F4ED-4848-AED4-3A7EC11DDF45}" type="parTrans" cxnId="{0A44D7BE-2A3A-4714-B020-0B5898CA2657}">
      <dgm:prSet/>
      <dgm:spPr/>
      <dgm:t>
        <a:bodyPr/>
        <a:lstStyle/>
        <a:p>
          <a:endParaRPr lang="en-US"/>
        </a:p>
      </dgm:t>
    </dgm:pt>
    <dgm:pt modelId="{538EF650-C888-4629-89AB-462FA9A7F466}" type="sibTrans" cxnId="{0A44D7BE-2A3A-4714-B020-0B5898CA2657}">
      <dgm:prSet/>
      <dgm:spPr/>
      <dgm:t>
        <a:bodyPr/>
        <a:lstStyle/>
        <a:p>
          <a:endParaRPr lang="en-US"/>
        </a:p>
      </dgm:t>
    </dgm:pt>
    <dgm:pt modelId="{6CC0DC6D-7F4E-4BC7-B807-14FF900CF36B}">
      <dgm:prSet/>
      <dgm:spPr/>
      <dgm:t>
        <a:bodyPr/>
        <a:lstStyle/>
        <a:p>
          <a:r>
            <a:rPr lang="en-US" b="0" i="0"/>
            <a:t>• SecurityPrice would have saved Polter Finance from collapse.</a:t>
          </a:r>
          <a:endParaRPr lang="en-US"/>
        </a:p>
      </dgm:t>
    </dgm:pt>
    <dgm:pt modelId="{C00B5385-4158-4809-A9A8-078E4DA60D24}" type="parTrans" cxnId="{6DBC27E7-4400-471E-BC06-0B634BE01077}">
      <dgm:prSet/>
      <dgm:spPr/>
      <dgm:t>
        <a:bodyPr/>
        <a:lstStyle/>
        <a:p>
          <a:endParaRPr lang="en-US"/>
        </a:p>
      </dgm:t>
    </dgm:pt>
    <dgm:pt modelId="{7C9EF0E3-C8BC-4411-B1ED-7A8D88E9A054}" type="sibTrans" cxnId="{6DBC27E7-4400-471E-BC06-0B634BE01077}">
      <dgm:prSet/>
      <dgm:spPr/>
      <dgm:t>
        <a:bodyPr/>
        <a:lstStyle/>
        <a:p>
          <a:endParaRPr lang="en-US"/>
        </a:p>
      </dgm:t>
    </dgm:pt>
    <dgm:pt modelId="{21A14BA5-1ECB-4312-BAC3-B1323DAE0583}" type="pres">
      <dgm:prSet presAssocID="{BF32B52C-9F32-478E-8133-9B789CBB5AE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0FC8CEB-4956-41A6-BE19-FCA531EA426A}" type="pres">
      <dgm:prSet presAssocID="{124064E3-B18F-4BC5-BF5D-4B6E8423B527}" presName="hierRoot1" presStyleCnt="0"/>
      <dgm:spPr/>
    </dgm:pt>
    <dgm:pt modelId="{FBED030C-8744-4D41-B93F-7252458E7E58}" type="pres">
      <dgm:prSet presAssocID="{124064E3-B18F-4BC5-BF5D-4B6E8423B527}" presName="composite" presStyleCnt="0"/>
      <dgm:spPr/>
    </dgm:pt>
    <dgm:pt modelId="{B63DAAD0-25AD-491A-AE94-A3C65211D5A6}" type="pres">
      <dgm:prSet presAssocID="{124064E3-B18F-4BC5-BF5D-4B6E8423B527}" presName="background" presStyleLbl="node0" presStyleIdx="0" presStyleCnt="4"/>
      <dgm:spPr/>
    </dgm:pt>
    <dgm:pt modelId="{F816EFA3-BD7C-40A8-8071-D7ECBED5335C}" type="pres">
      <dgm:prSet presAssocID="{124064E3-B18F-4BC5-BF5D-4B6E8423B527}" presName="text" presStyleLbl="fgAcc0" presStyleIdx="0" presStyleCnt="4">
        <dgm:presLayoutVars>
          <dgm:chPref val="3"/>
        </dgm:presLayoutVars>
      </dgm:prSet>
      <dgm:spPr/>
    </dgm:pt>
    <dgm:pt modelId="{0AABA337-DBD0-4BF5-A0AC-478574339190}" type="pres">
      <dgm:prSet presAssocID="{124064E3-B18F-4BC5-BF5D-4B6E8423B527}" presName="hierChild2" presStyleCnt="0"/>
      <dgm:spPr/>
    </dgm:pt>
    <dgm:pt modelId="{72C9053F-EEE3-4FB3-9B9D-7C5CDA72906E}" type="pres">
      <dgm:prSet presAssocID="{75A144E9-0E0B-4EE2-8668-913DDE6E8AC3}" presName="hierRoot1" presStyleCnt="0"/>
      <dgm:spPr/>
    </dgm:pt>
    <dgm:pt modelId="{B98ED6B6-8395-4F90-B988-D52B8A7DED8A}" type="pres">
      <dgm:prSet presAssocID="{75A144E9-0E0B-4EE2-8668-913DDE6E8AC3}" presName="composite" presStyleCnt="0"/>
      <dgm:spPr/>
    </dgm:pt>
    <dgm:pt modelId="{EEC958CB-594E-40E6-8318-AB133479C8FB}" type="pres">
      <dgm:prSet presAssocID="{75A144E9-0E0B-4EE2-8668-913DDE6E8AC3}" presName="background" presStyleLbl="node0" presStyleIdx="1" presStyleCnt="4"/>
      <dgm:spPr/>
    </dgm:pt>
    <dgm:pt modelId="{7083AA24-A3B6-4667-9F73-11F0632AF9C7}" type="pres">
      <dgm:prSet presAssocID="{75A144E9-0E0B-4EE2-8668-913DDE6E8AC3}" presName="text" presStyleLbl="fgAcc0" presStyleIdx="1" presStyleCnt="4">
        <dgm:presLayoutVars>
          <dgm:chPref val="3"/>
        </dgm:presLayoutVars>
      </dgm:prSet>
      <dgm:spPr/>
    </dgm:pt>
    <dgm:pt modelId="{268F3C02-2D83-4CCF-8D89-5F26FEBCD903}" type="pres">
      <dgm:prSet presAssocID="{75A144E9-0E0B-4EE2-8668-913DDE6E8AC3}" presName="hierChild2" presStyleCnt="0"/>
      <dgm:spPr/>
    </dgm:pt>
    <dgm:pt modelId="{0A05D171-F0A6-4FA1-B23E-127424EE939B}" type="pres">
      <dgm:prSet presAssocID="{0CC346EF-AC42-4048-AC41-84F3051922C9}" presName="hierRoot1" presStyleCnt="0"/>
      <dgm:spPr/>
    </dgm:pt>
    <dgm:pt modelId="{B7E86F61-3136-4913-93A9-69C6DC05EBEE}" type="pres">
      <dgm:prSet presAssocID="{0CC346EF-AC42-4048-AC41-84F3051922C9}" presName="composite" presStyleCnt="0"/>
      <dgm:spPr/>
    </dgm:pt>
    <dgm:pt modelId="{B987CD6A-31CE-4A6E-9B4A-0288C429DCD4}" type="pres">
      <dgm:prSet presAssocID="{0CC346EF-AC42-4048-AC41-84F3051922C9}" presName="background" presStyleLbl="node0" presStyleIdx="2" presStyleCnt="4"/>
      <dgm:spPr/>
    </dgm:pt>
    <dgm:pt modelId="{15879AE2-FF87-4114-9158-7732ACA0DDE6}" type="pres">
      <dgm:prSet presAssocID="{0CC346EF-AC42-4048-AC41-84F3051922C9}" presName="text" presStyleLbl="fgAcc0" presStyleIdx="2" presStyleCnt="4">
        <dgm:presLayoutVars>
          <dgm:chPref val="3"/>
        </dgm:presLayoutVars>
      </dgm:prSet>
      <dgm:spPr/>
    </dgm:pt>
    <dgm:pt modelId="{36A62A13-B754-4A33-8D54-5A5B255BFC12}" type="pres">
      <dgm:prSet presAssocID="{0CC346EF-AC42-4048-AC41-84F3051922C9}" presName="hierChild2" presStyleCnt="0"/>
      <dgm:spPr/>
    </dgm:pt>
    <dgm:pt modelId="{4609F9FE-D972-4FF8-BA54-B39CFAD0A4C4}" type="pres">
      <dgm:prSet presAssocID="{6CC0DC6D-7F4E-4BC7-B807-14FF900CF36B}" presName="hierRoot1" presStyleCnt="0"/>
      <dgm:spPr/>
    </dgm:pt>
    <dgm:pt modelId="{DE99C06F-2686-44ED-AC5D-768EA117DB7B}" type="pres">
      <dgm:prSet presAssocID="{6CC0DC6D-7F4E-4BC7-B807-14FF900CF36B}" presName="composite" presStyleCnt="0"/>
      <dgm:spPr/>
    </dgm:pt>
    <dgm:pt modelId="{28174AA7-0343-45D0-8F32-C65F2C070E67}" type="pres">
      <dgm:prSet presAssocID="{6CC0DC6D-7F4E-4BC7-B807-14FF900CF36B}" presName="background" presStyleLbl="node0" presStyleIdx="3" presStyleCnt="4"/>
      <dgm:spPr/>
    </dgm:pt>
    <dgm:pt modelId="{EF2969E2-1D32-4B6B-BEE0-B7393E63F7AC}" type="pres">
      <dgm:prSet presAssocID="{6CC0DC6D-7F4E-4BC7-B807-14FF900CF36B}" presName="text" presStyleLbl="fgAcc0" presStyleIdx="3" presStyleCnt="4">
        <dgm:presLayoutVars>
          <dgm:chPref val="3"/>
        </dgm:presLayoutVars>
      </dgm:prSet>
      <dgm:spPr/>
    </dgm:pt>
    <dgm:pt modelId="{0B14DFD4-542B-42E9-8C22-6644B5007390}" type="pres">
      <dgm:prSet presAssocID="{6CC0DC6D-7F4E-4BC7-B807-14FF900CF36B}" presName="hierChild2" presStyleCnt="0"/>
      <dgm:spPr/>
    </dgm:pt>
  </dgm:ptLst>
  <dgm:cxnLst>
    <dgm:cxn modelId="{4E5F5931-3CEB-462B-8989-34ABF8FB8C73}" type="presOf" srcId="{124064E3-B18F-4BC5-BF5D-4B6E8423B527}" destId="{F816EFA3-BD7C-40A8-8071-D7ECBED5335C}" srcOrd="0" destOrd="0" presId="urn:microsoft.com/office/officeart/2005/8/layout/hierarchy1"/>
    <dgm:cxn modelId="{9658E43B-D3E3-42DB-8D8F-A30D605409B5}" type="presOf" srcId="{BF32B52C-9F32-478E-8133-9B789CBB5AEC}" destId="{21A14BA5-1ECB-4312-BAC3-B1323DAE0583}" srcOrd="0" destOrd="0" presId="urn:microsoft.com/office/officeart/2005/8/layout/hierarchy1"/>
    <dgm:cxn modelId="{CC3D1485-C7F8-4BC6-ABA0-C3E71160D37D}" type="presOf" srcId="{6CC0DC6D-7F4E-4BC7-B807-14FF900CF36B}" destId="{EF2969E2-1D32-4B6B-BEE0-B7393E63F7AC}" srcOrd="0" destOrd="0" presId="urn:microsoft.com/office/officeart/2005/8/layout/hierarchy1"/>
    <dgm:cxn modelId="{A0EAF899-0F73-4229-98BF-05F66E284384}" type="presOf" srcId="{0CC346EF-AC42-4048-AC41-84F3051922C9}" destId="{15879AE2-FF87-4114-9158-7732ACA0DDE6}" srcOrd="0" destOrd="0" presId="urn:microsoft.com/office/officeart/2005/8/layout/hierarchy1"/>
    <dgm:cxn modelId="{BAD1F2B7-3485-4C79-BECD-ACC33AF1E1A7}" srcId="{BF32B52C-9F32-478E-8133-9B789CBB5AEC}" destId="{124064E3-B18F-4BC5-BF5D-4B6E8423B527}" srcOrd="0" destOrd="0" parTransId="{CDC3AA1D-A1E7-4D1C-AD06-BFA555F636C4}" sibTransId="{FD682266-8522-4414-AC9F-6FA23C6F1CF7}"/>
    <dgm:cxn modelId="{C60C24BA-6FD1-4518-85C7-C5535BA483FA}" type="presOf" srcId="{75A144E9-0E0B-4EE2-8668-913DDE6E8AC3}" destId="{7083AA24-A3B6-4667-9F73-11F0632AF9C7}" srcOrd="0" destOrd="0" presId="urn:microsoft.com/office/officeart/2005/8/layout/hierarchy1"/>
    <dgm:cxn modelId="{0A44D7BE-2A3A-4714-B020-0B5898CA2657}" srcId="{BF32B52C-9F32-478E-8133-9B789CBB5AEC}" destId="{0CC346EF-AC42-4048-AC41-84F3051922C9}" srcOrd="2" destOrd="0" parTransId="{35D73A70-F4ED-4848-AED4-3A7EC11DDF45}" sibTransId="{538EF650-C888-4629-89AB-462FA9A7F466}"/>
    <dgm:cxn modelId="{6DBC27E7-4400-471E-BC06-0B634BE01077}" srcId="{BF32B52C-9F32-478E-8133-9B789CBB5AEC}" destId="{6CC0DC6D-7F4E-4BC7-B807-14FF900CF36B}" srcOrd="3" destOrd="0" parTransId="{C00B5385-4158-4809-A9A8-078E4DA60D24}" sibTransId="{7C9EF0E3-C8BC-4411-B1ED-7A8D88E9A054}"/>
    <dgm:cxn modelId="{82E0E0F8-737A-4D0F-86B5-002423A92087}" srcId="{BF32B52C-9F32-478E-8133-9B789CBB5AEC}" destId="{75A144E9-0E0B-4EE2-8668-913DDE6E8AC3}" srcOrd="1" destOrd="0" parTransId="{C15A0460-A8DB-4882-A5DA-3A7BCE5E6771}" sibTransId="{F8A06BAB-7787-4D01-8611-22180792FC9B}"/>
    <dgm:cxn modelId="{06485D17-C978-4198-A614-8DC0CAED5651}" type="presParOf" srcId="{21A14BA5-1ECB-4312-BAC3-B1323DAE0583}" destId="{E0FC8CEB-4956-41A6-BE19-FCA531EA426A}" srcOrd="0" destOrd="0" presId="urn:microsoft.com/office/officeart/2005/8/layout/hierarchy1"/>
    <dgm:cxn modelId="{609AC591-B345-4543-BC97-3652F24068FA}" type="presParOf" srcId="{E0FC8CEB-4956-41A6-BE19-FCA531EA426A}" destId="{FBED030C-8744-4D41-B93F-7252458E7E58}" srcOrd="0" destOrd="0" presId="urn:microsoft.com/office/officeart/2005/8/layout/hierarchy1"/>
    <dgm:cxn modelId="{770E81D0-18FA-40FE-9947-F53A6CBDF5F8}" type="presParOf" srcId="{FBED030C-8744-4D41-B93F-7252458E7E58}" destId="{B63DAAD0-25AD-491A-AE94-A3C65211D5A6}" srcOrd="0" destOrd="0" presId="urn:microsoft.com/office/officeart/2005/8/layout/hierarchy1"/>
    <dgm:cxn modelId="{6CB73D3E-B940-4804-90FC-9F10EA0150E9}" type="presParOf" srcId="{FBED030C-8744-4D41-B93F-7252458E7E58}" destId="{F816EFA3-BD7C-40A8-8071-D7ECBED5335C}" srcOrd="1" destOrd="0" presId="urn:microsoft.com/office/officeart/2005/8/layout/hierarchy1"/>
    <dgm:cxn modelId="{788796AA-7EE8-4F9B-A724-DA748B40F850}" type="presParOf" srcId="{E0FC8CEB-4956-41A6-BE19-FCA531EA426A}" destId="{0AABA337-DBD0-4BF5-A0AC-478574339190}" srcOrd="1" destOrd="0" presId="urn:microsoft.com/office/officeart/2005/8/layout/hierarchy1"/>
    <dgm:cxn modelId="{BDC26F2D-98A9-49B4-B578-5879C3BBB0AE}" type="presParOf" srcId="{21A14BA5-1ECB-4312-BAC3-B1323DAE0583}" destId="{72C9053F-EEE3-4FB3-9B9D-7C5CDA72906E}" srcOrd="1" destOrd="0" presId="urn:microsoft.com/office/officeart/2005/8/layout/hierarchy1"/>
    <dgm:cxn modelId="{EFEA348D-747B-423E-A09A-1F91BEC44610}" type="presParOf" srcId="{72C9053F-EEE3-4FB3-9B9D-7C5CDA72906E}" destId="{B98ED6B6-8395-4F90-B988-D52B8A7DED8A}" srcOrd="0" destOrd="0" presId="urn:microsoft.com/office/officeart/2005/8/layout/hierarchy1"/>
    <dgm:cxn modelId="{A9094898-2A53-4224-BD80-370324E7BD92}" type="presParOf" srcId="{B98ED6B6-8395-4F90-B988-D52B8A7DED8A}" destId="{EEC958CB-594E-40E6-8318-AB133479C8FB}" srcOrd="0" destOrd="0" presId="urn:microsoft.com/office/officeart/2005/8/layout/hierarchy1"/>
    <dgm:cxn modelId="{507056CD-BD1C-4173-A108-F5BBB337CAAC}" type="presParOf" srcId="{B98ED6B6-8395-4F90-B988-D52B8A7DED8A}" destId="{7083AA24-A3B6-4667-9F73-11F0632AF9C7}" srcOrd="1" destOrd="0" presId="urn:microsoft.com/office/officeart/2005/8/layout/hierarchy1"/>
    <dgm:cxn modelId="{C15F91FC-D131-4598-83E4-42482B57E343}" type="presParOf" srcId="{72C9053F-EEE3-4FB3-9B9D-7C5CDA72906E}" destId="{268F3C02-2D83-4CCF-8D89-5F26FEBCD903}" srcOrd="1" destOrd="0" presId="urn:microsoft.com/office/officeart/2005/8/layout/hierarchy1"/>
    <dgm:cxn modelId="{3156C188-B161-4854-9B82-52AF534BC042}" type="presParOf" srcId="{21A14BA5-1ECB-4312-BAC3-B1323DAE0583}" destId="{0A05D171-F0A6-4FA1-B23E-127424EE939B}" srcOrd="2" destOrd="0" presId="urn:microsoft.com/office/officeart/2005/8/layout/hierarchy1"/>
    <dgm:cxn modelId="{164B68F7-FB0E-40C1-8C82-6DAB9A4A28B7}" type="presParOf" srcId="{0A05D171-F0A6-4FA1-B23E-127424EE939B}" destId="{B7E86F61-3136-4913-93A9-69C6DC05EBEE}" srcOrd="0" destOrd="0" presId="urn:microsoft.com/office/officeart/2005/8/layout/hierarchy1"/>
    <dgm:cxn modelId="{F6DDA231-27B9-478C-B8CE-B109482D332B}" type="presParOf" srcId="{B7E86F61-3136-4913-93A9-69C6DC05EBEE}" destId="{B987CD6A-31CE-4A6E-9B4A-0288C429DCD4}" srcOrd="0" destOrd="0" presId="urn:microsoft.com/office/officeart/2005/8/layout/hierarchy1"/>
    <dgm:cxn modelId="{0FCF1959-5460-4A0C-A021-AF03016EC86B}" type="presParOf" srcId="{B7E86F61-3136-4913-93A9-69C6DC05EBEE}" destId="{15879AE2-FF87-4114-9158-7732ACA0DDE6}" srcOrd="1" destOrd="0" presId="urn:microsoft.com/office/officeart/2005/8/layout/hierarchy1"/>
    <dgm:cxn modelId="{7F4075C6-7202-43E4-A7F4-07FF55E57781}" type="presParOf" srcId="{0A05D171-F0A6-4FA1-B23E-127424EE939B}" destId="{36A62A13-B754-4A33-8D54-5A5B255BFC12}" srcOrd="1" destOrd="0" presId="urn:microsoft.com/office/officeart/2005/8/layout/hierarchy1"/>
    <dgm:cxn modelId="{652C402F-2853-4EB8-BFD5-36A244142225}" type="presParOf" srcId="{21A14BA5-1ECB-4312-BAC3-B1323DAE0583}" destId="{4609F9FE-D972-4FF8-BA54-B39CFAD0A4C4}" srcOrd="3" destOrd="0" presId="urn:microsoft.com/office/officeart/2005/8/layout/hierarchy1"/>
    <dgm:cxn modelId="{B2DACDD9-D095-4D3F-BD77-2EE6DE6531A5}" type="presParOf" srcId="{4609F9FE-D972-4FF8-BA54-B39CFAD0A4C4}" destId="{DE99C06F-2686-44ED-AC5D-768EA117DB7B}" srcOrd="0" destOrd="0" presId="urn:microsoft.com/office/officeart/2005/8/layout/hierarchy1"/>
    <dgm:cxn modelId="{6A9200CB-9F9F-411C-8AE8-4492DF43E9B5}" type="presParOf" srcId="{DE99C06F-2686-44ED-AC5D-768EA117DB7B}" destId="{28174AA7-0343-45D0-8F32-C65F2C070E67}" srcOrd="0" destOrd="0" presId="urn:microsoft.com/office/officeart/2005/8/layout/hierarchy1"/>
    <dgm:cxn modelId="{1FE20669-C4E8-42C0-A299-113E1C89602A}" type="presParOf" srcId="{DE99C06F-2686-44ED-AC5D-768EA117DB7B}" destId="{EF2969E2-1D32-4B6B-BEE0-B7393E63F7AC}" srcOrd="1" destOrd="0" presId="urn:microsoft.com/office/officeart/2005/8/layout/hierarchy1"/>
    <dgm:cxn modelId="{A05EE5A7-B733-47CE-8B9A-E542B5F61ED0}" type="presParOf" srcId="{4609F9FE-D972-4FF8-BA54-B39CFAD0A4C4}" destId="{0B14DFD4-542B-42E9-8C22-6644B50073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0B9E4-06C8-4458-A5EA-B18CD22C0C5D}">
      <dsp:nvSpPr>
        <dsp:cNvPr id="0" name=""/>
        <dsp:cNvSpPr/>
      </dsp:nvSpPr>
      <dsp:spPr>
        <a:xfrm>
          <a:off x="0" y="5760"/>
          <a:ext cx="4793456" cy="11207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55E6D-05F2-4F29-9584-E028E849AA6D}">
      <dsp:nvSpPr>
        <dsp:cNvPr id="0" name=""/>
        <dsp:cNvSpPr/>
      </dsp:nvSpPr>
      <dsp:spPr>
        <a:xfrm>
          <a:off x="339019" y="257923"/>
          <a:ext cx="617001" cy="6163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6F195-E914-483F-B4E6-BCB7F19C6758}">
      <dsp:nvSpPr>
        <dsp:cNvPr id="0" name=""/>
        <dsp:cNvSpPr/>
      </dsp:nvSpPr>
      <dsp:spPr>
        <a:xfrm>
          <a:off x="1295040" y="5760"/>
          <a:ext cx="3140174" cy="1121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26" tIns="118726" rIns="118726" bIns="1187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1. </a:t>
          </a:r>
          <a:r>
            <a:rPr lang="pt-BR" sz="1400" b="1" kern="1200" dirty="0"/>
            <a:t>Manipulação com Flash Loan:</a:t>
          </a:r>
          <a:br>
            <a:rPr lang="pt-BR" sz="1400" b="0" kern="1200" dirty="0"/>
          </a:br>
          <a:r>
            <a:rPr lang="pt-BR" sz="1400" b="0" kern="1200" dirty="0"/>
            <a:t>O invasor utilizou um empréstimo relâmpago (flash </a:t>
          </a:r>
          <a:r>
            <a:rPr lang="pt-BR" sz="1400" b="0" kern="1200" dirty="0" err="1"/>
            <a:t>loan</a:t>
          </a:r>
          <a:r>
            <a:rPr lang="pt-BR" sz="1400" b="0" kern="1200" dirty="0"/>
            <a:t>)</a:t>
          </a:r>
          <a:r>
            <a:rPr lang="pt-BR" sz="1400" b="0" kern="1200" dirty="0" err="1"/>
            <a:t>SpookySwap</a:t>
          </a:r>
          <a:r>
            <a:rPr lang="pt-BR" sz="1400" b="0" kern="1200" dirty="0"/>
            <a:t>, inflando artificialmente o preço dos tokens BOO</a:t>
          </a:r>
          <a:r>
            <a:rPr lang="en-US" sz="1400" b="0" kern="1200" dirty="0"/>
            <a:t>.</a:t>
          </a:r>
        </a:p>
      </dsp:txBody>
      <dsp:txXfrm>
        <a:off x="1295040" y="5760"/>
        <a:ext cx="3140174" cy="1121821"/>
      </dsp:txXfrm>
    </dsp:sp>
    <dsp:sp modelId="{51BE9CC7-43F3-4C87-A052-38225F681565}">
      <dsp:nvSpPr>
        <dsp:cNvPr id="0" name=""/>
        <dsp:cNvSpPr/>
      </dsp:nvSpPr>
      <dsp:spPr>
        <a:xfrm>
          <a:off x="0" y="1376875"/>
          <a:ext cx="4793456" cy="11207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C004A-92B8-4F1B-B4F3-9D9DFCA374E3}">
      <dsp:nvSpPr>
        <dsp:cNvPr id="0" name=""/>
        <dsp:cNvSpPr/>
      </dsp:nvSpPr>
      <dsp:spPr>
        <a:xfrm>
          <a:off x="339019" y="1629038"/>
          <a:ext cx="617001" cy="6163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8988F-463E-4696-8BEA-6245BB208F23}">
      <dsp:nvSpPr>
        <dsp:cNvPr id="0" name=""/>
        <dsp:cNvSpPr/>
      </dsp:nvSpPr>
      <dsp:spPr>
        <a:xfrm>
          <a:off x="1295040" y="1376875"/>
          <a:ext cx="3140174" cy="1121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26" tIns="118726" rIns="118726" bIns="1187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2. </a:t>
          </a:r>
          <a:r>
            <a:rPr lang="en-US" sz="1400" b="1" kern="1200" dirty="0" err="1"/>
            <a:t>Colateral</a:t>
          </a:r>
          <a:r>
            <a:rPr lang="en-US" sz="1400" b="1" kern="1200" dirty="0"/>
            <a:t> </a:t>
          </a:r>
          <a:r>
            <a:rPr lang="en-US" sz="1400" b="1" kern="1200" dirty="0" err="1"/>
            <a:t>Inflado</a:t>
          </a:r>
          <a:r>
            <a:rPr lang="en-US" sz="1400" b="1" kern="1200" dirty="0"/>
            <a:t>:</a:t>
          </a:r>
          <a:br>
            <a:rPr lang="en-US" sz="1400" kern="1200" dirty="0"/>
          </a:br>
          <a:r>
            <a:rPr lang="en-US" sz="1400" b="0" kern="1200" dirty="0"/>
            <a:t>Com o </a:t>
          </a:r>
          <a:r>
            <a:rPr lang="en-US" sz="1400" b="0" kern="1200" dirty="0" err="1"/>
            <a:t>preço</a:t>
          </a:r>
          <a:r>
            <a:rPr lang="en-US" sz="1400" b="0" kern="1200" dirty="0"/>
            <a:t> </a:t>
          </a:r>
          <a:r>
            <a:rPr lang="en-US" sz="1400" b="0" kern="1200" dirty="0" err="1"/>
            <a:t>manipulado</a:t>
          </a:r>
          <a:r>
            <a:rPr lang="en-US" sz="1400" b="0" kern="1200" dirty="0"/>
            <a:t> do Boo, o </a:t>
          </a:r>
          <a:r>
            <a:rPr lang="en-US" sz="1400" b="0" kern="1200" dirty="0" err="1"/>
            <a:t>invasor</a:t>
          </a:r>
          <a:r>
            <a:rPr lang="en-US" sz="1400" b="0" kern="1200" dirty="0"/>
            <a:t> </a:t>
          </a:r>
          <a:r>
            <a:rPr lang="pt-BR" sz="1400" b="0" kern="1200" dirty="0"/>
            <a:t>depositou BOO como colateral e pegou emprestado uma grande quantidade de outros ativos</a:t>
          </a:r>
          <a:endParaRPr lang="en-US" sz="1400" b="0" kern="1200" dirty="0"/>
        </a:p>
      </dsp:txBody>
      <dsp:txXfrm>
        <a:off x="1295040" y="1376875"/>
        <a:ext cx="3140174" cy="1121821"/>
      </dsp:txXfrm>
    </dsp:sp>
    <dsp:sp modelId="{15E2A138-434D-4DEE-81B1-B1C0AFE36188}">
      <dsp:nvSpPr>
        <dsp:cNvPr id="0" name=""/>
        <dsp:cNvSpPr/>
      </dsp:nvSpPr>
      <dsp:spPr>
        <a:xfrm>
          <a:off x="0" y="2747990"/>
          <a:ext cx="4793456" cy="11207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95DBE-7F9E-490A-A2EA-11D510A0738F}">
      <dsp:nvSpPr>
        <dsp:cNvPr id="0" name=""/>
        <dsp:cNvSpPr/>
      </dsp:nvSpPr>
      <dsp:spPr>
        <a:xfrm>
          <a:off x="339019" y="3000153"/>
          <a:ext cx="617001" cy="6163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97A73-FD6B-4435-A32E-4BE09B67B0A4}">
      <dsp:nvSpPr>
        <dsp:cNvPr id="0" name=""/>
        <dsp:cNvSpPr/>
      </dsp:nvSpPr>
      <dsp:spPr>
        <a:xfrm>
          <a:off x="1227825" y="2747990"/>
          <a:ext cx="3274605" cy="1121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26" tIns="118726" rIns="118726" bIns="1187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b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3. </a:t>
          </a:r>
          <a:r>
            <a:rPr lang="en-US" sz="1400" b="1" kern="1200" dirty="0" err="1"/>
            <a:t>Exploração</a:t>
          </a:r>
          <a:r>
            <a:rPr lang="en-US" sz="1400" b="1" kern="1200" dirty="0"/>
            <a:t> e </a:t>
          </a:r>
          <a:r>
            <a:rPr lang="en-US" sz="1400" b="1" kern="1200" dirty="0" err="1"/>
            <a:t>Saída</a:t>
          </a:r>
          <a:r>
            <a:rPr lang="en-US" sz="1400" b="1" kern="1200" dirty="0"/>
            <a:t>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/>
            <a:t>Após retirar os ativos emprestado, o invasor restaurou o preço original ao reembolsar o flash </a:t>
          </a:r>
          <a:r>
            <a:rPr lang="pt-BR" sz="1400" b="0" kern="1200" dirty="0" err="1"/>
            <a:t>loan</a:t>
          </a:r>
          <a:r>
            <a:rPr lang="pt-BR" sz="1400" b="0" kern="1200" dirty="0"/>
            <a:t>, deixado a </a:t>
          </a:r>
          <a:r>
            <a:rPr lang="pt-BR" sz="1400" b="0" kern="1200" dirty="0" err="1"/>
            <a:t>Polter</a:t>
          </a:r>
          <a:r>
            <a:rPr lang="pt-BR" sz="1400" b="0" kern="1200" dirty="0"/>
            <a:t> </a:t>
          </a:r>
          <a:r>
            <a:rPr lang="pt-BR" sz="1400" b="0" kern="1200" dirty="0" err="1"/>
            <a:t>Finance</a:t>
          </a:r>
          <a:r>
            <a:rPr lang="pt-BR" sz="1400" b="0" kern="1200" dirty="0"/>
            <a:t> com perdas significativas</a:t>
          </a:r>
          <a:br>
            <a:rPr lang="en-US" sz="1400" b="0" kern="1200" dirty="0"/>
          </a:br>
          <a:endParaRPr lang="en-US" sz="1400" b="0" kern="1200" dirty="0"/>
        </a:p>
      </dsp:txBody>
      <dsp:txXfrm>
        <a:off x="1227825" y="2747990"/>
        <a:ext cx="3274605" cy="1121821"/>
      </dsp:txXfrm>
    </dsp:sp>
    <dsp:sp modelId="{917912C2-00FF-4DAE-8F5C-A3972F6323AB}">
      <dsp:nvSpPr>
        <dsp:cNvPr id="0" name=""/>
        <dsp:cNvSpPr/>
      </dsp:nvSpPr>
      <dsp:spPr>
        <a:xfrm>
          <a:off x="0" y="4119105"/>
          <a:ext cx="4793456" cy="11207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D629F-590A-447C-9677-F2DA418AC76B}">
      <dsp:nvSpPr>
        <dsp:cNvPr id="0" name=""/>
        <dsp:cNvSpPr/>
      </dsp:nvSpPr>
      <dsp:spPr>
        <a:xfrm>
          <a:off x="339019" y="4371268"/>
          <a:ext cx="617001" cy="6163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BF1EB-0D51-4562-8A3B-A0A43B9DC8BF}">
      <dsp:nvSpPr>
        <dsp:cNvPr id="0" name=""/>
        <dsp:cNvSpPr/>
      </dsp:nvSpPr>
      <dsp:spPr>
        <a:xfrm>
          <a:off x="1295040" y="4119105"/>
          <a:ext cx="3140174" cy="1121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26" tIns="118726" rIns="118726" bIns="11872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4. Causa Raiz:</a:t>
          </a:r>
          <a:br>
            <a:rPr lang="en-US" sz="1400" b="0" kern="1200" dirty="0"/>
          </a:br>
          <a:r>
            <a:rPr lang="en-US" sz="1400" b="0" kern="1200" dirty="0"/>
            <a:t>A Pol</a:t>
          </a:r>
          <a:r>
            <a:rPr lang="pt-BR" sz="1400" b="0" kern="1200" dirty="0" err="1"/>
            <a:t>Polter</a:t>
          </a:r>
          <a:r>
            <a:rPr lang="pt-BR" sz="1400" b="0" kern="1200" dirty="0"/>
            <a:t> </a:t>
          </a:r>
          <a:r>
            <a:rPr lang="pt-BR" sz="1400" b="0" kern="1200" dirty="0" err="1"/>
            <a:t>Finance</a:t>
          </a:r>
          <a:r>
            <a:rPr lang="pt-BR" sz="1400" b="0" kern="1200" dirty="0"/>
            <a:t> dependia de uma única fonte de preço, facilmente </a:t>
          </a:r>
          <a:r>
            <a:rPr lang="pt-BR" sz="1400" b="0" kern="1200" dirty="0" err="1"/>
            <a:t>manipulávels</a:t>
          </a:r>
          <a:r>
            <a:rPr lang="pt-BR" sz="1400" b="0" kern="1200" dirty="0"/>
            <a:t>, em validação ou mecanismos de proteção</a:t>
          </a:r>
          <a:endParaRPr lang="en-US" sz="1400" b="0" kern="1200" dirty="0"/>
        </a:p>
      </dsp:txBody>
      <dsp:txXfrm>
        <a:off x="1295040" y="4119105"/>
        <a:ext cx="3140174" cy="11218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4EBF2-68E7-4E93-8C36-E90E7B3C89BC}">
      <dsp:nvSpPr>
        <dsp:cNvPr id="0" name=""/>
        <dsp:cNvSpPr/>
      </dsp:nvSpPr>
      <dsp:spPr>
        <a:xfrm>
          <a:off x="0" y="0"/>
          <a:ext cx="440873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B76C9-F4BB-40A5-9254-EF04E910EE02}">
      <dsp:nvSpPr>
        <dsp:cNvPr id="0" name=""/>
        <dsp:cNvSpPr/>
      </dsp:nvSpPr>
      <dsp:spPr>
        <a:xfrm>
          <a:off x="0" y="0"/>
          <a:ext cx="4408731" cy="480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dirty="0"/>
            <a:t>• Calcula o preço médio de todas as fontes.</a:t>
          </a:r>
          <a:endParaRPr lang="en-US" sz="1300" kern="1200" dirty="0"/>
        </a:p>
      </dsp:txBody>
      <dsp:txXfrm>
        <a:off x="0" y="0"/>
        <a:ext cx="4408731" cy="480049"/>
      </dsp:txXfrm>
    </dsp:sp>
    <dsp:sp modelId="{7C6F2091-E639-4AF6-B64D-D0DCCA35068F}">
      <dsp:nvSpPr>
        <dsp:cNvPr id="0" name=""/>
        <dsp:cNvSpPr/>
      </dsp:nvSpPr>
      <dsp:spPr>
        <a:xfrm>
          <a:off x="0" y="480049"/>
          <a:ext cx="440873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7FA61A-81BA-423B-9D94-D93DB8C3B9CC}">
      <dsp:nvSpPr>
        <dsp:cNvPr id="0" name=""/>
        <dsp:cNvSpPr/>
      </dsp:nvSpPr>
      <dsp:spPr>
        <a:xfrm>
          <a:off x="0" y="480049"/>
          <a:ext cx="4408731" cy="480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dirty="0"/>
            <a:t>• Compara os preços informados com a média.</a:t>
          </a:r>
          <a:endParaRPr lang="en-US" sz="1300" kern="1200" dirty="0"/>
        </a:p>
      </dsp:txBody>
      <dsp:txXfrm>
        <a:off x="0" y="480049"/>
        <a:ext cx="4408731" cy="480049"/>
      </dsp:txXfrm>
    </dsp:sp>
    <dsp:sp modelId="{38FF8331-6BDD-4140-9085-24DAC29A032A}">
      <dsp:nvSpPr>
        <dsp:cNvPr id="0" name=""/>
        <dsp:cNvSpPr/>
      </dsp:nvSpPr>
      <dsp:spPr>
        <a:xfrm>
          <a:off x="0" y="960099"/>
          <a:ext cx="440873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2654E-2278-44D8-BCEB-F0A1A6D7B6F3}">
      <dsp:nvSpPr>
        <dsp:cNvPr id="0" name=""/>
        <dsp:cNvSpPr/>
      </dsp:nvSpPr>
      <dsp:spPr>
        <a:xfrm>
          <a:off x="0" y="960099"/>
          <a:ext cx="4408731" cy="480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dirty="0"/>
            <a:t>• Rejeita preços que se desviam mais de ±10% da média.</a:t>
          </a:r>
          <a:endParaRPr lang="en-US" sz="1300" kern="1200" dirty="0"/>
        </a:p>
      </dsp:txBody>
      <dsp:txXfrm>
        <a:off x="0" y="960099"/>
        <a:ext cx="4408731" cy="480049"/>
      </dsp:txXfrm>
    </dsp:sp>
    <dsp:sp modelId="{6F00BD50-AF50-4753-AB41-B28328A429DE}">
      <dsp:nvSpPr>
        <dsp:cNvPr id="0" name=""/>
        <dsp:cNvSpPr/>
      </dsp:nvSpPr>
      <dsp:spPr>
        <a:xfrm>
          <a:off x="0" y="1440149"/>
          <a:ext cx="440873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E9C33-8E80-482D-A2F5-4BB221315B8D}">
      <dsp:nvSpPr>
        <dsp:cNvPr id="0" name=""/>
        <dsp:cNvSpPr/>
      </dsp:nvSpPr>
      <dsp:spPr>
        <a:xfrm>
          <a:off x="0" y="1440149"/>
          <a:ext cx="4408731" cy="480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dirty="0"/>
            <a:t>• Garante que apenas preços válidos sejam usados no protocolo.</a:t>
          </a:r>
          <a:endParaRPr lang="en-US" sz="1300" kern="1200" dirty="0"/>
        </a:p>
      </dsp:txBody>
      <dsp:txXfrm>
        <a:off x="0" y="1440149"/>
        <a:ext cx="4408731" cy="4800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48834A-7907-434D-893C-83A20B7FF896}">
      <dsp:nvSpPr>
        <dsp:cNvPr id="0" name=""/>
        <dsp:cNvSpPr/>
      </dsp:nvSpPr>
      <dsp:spPr>
        <a:xfrm>
          <a:off x="0" y="1671"/>
          <a:ext cx="721903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C1AEFD-5FF4-471B-941F-AC5490213105}">
      <dsp:nvSpPr>
        <dsp:cNvPr id="0" name=""/>
        <dsp:cNvSpPr/>
      </dsp:nvSpPr>
      <dsp:spPr>
        <a:xfrm>
          <a:off x="0" y="1671"/>
          <a:ext cx="7219037" cy="56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dirty="0"/>
            <a:t>1. Defesa contra preços manipulados: Filtra os preços manipulados.</a:t>
          </a:r>
          <a:endParaRPr lang="en-US" sz="1500" kern="1200" dirty="0"/>
        </a:p>
      </dsp:txBody>
      <dsp:txXfrm>
        <a:off x="0" y="1671"/>
        <a:ext cx="7219037" cy="569890"/>
      </dsp:txXfrm>
    </dsp:sp>
    <dsp:sp modelId="{B770A095-F28B-4229-AFAD-0B52EFFBD066}">
      <dsp:nvSpPr>
        <dsp:cNvPr id="0" name=""/>
        <dsp:cNvSpPr/>
      </dsp:nvSpPr>
      <dsp:spPr>
        <a:xfrm>
          <a:off x="0" y="571561"/>
          <a:ext cx="7219037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DBC6E1-D80D-4A7A-99B0-C282BB7F753A}">
      <dsp:nvSpPr>
        <dsp:cNvPr id="0" name=""/>
        <dsp:cNvSpPr/>
      </dsp:nvSpPr>
      <dsp:spPr>
        <a:xfrm>
          <a:off x="0" y="571561"/>
          <a:ext cx="7219037" cy="56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dirty="0"/>
            <a:t>2. Resiliência de fonte tripla: Combina dados de vários oráculos para redundância.</a:t>
          </a:r>
          <a:endParaRPr lang="en-US" sz="1500" kern="1200" dirty="0"/>
        </a:p>
      </dsp:txBody>
      <dsp:txXfrm>
        <a:off x="0" y="571561"/>
        <a:ext cx="7219037" cy="569890"/>
      </dsp:txXfrm>
    </dsp:sp>
    <dsp:sp modelId="{AAA52733-66B9-41DA-B4E7-08B6DC2F1ECE}">
      <dsp:nvSpPr>
        <dsp:cNvPr id="0" name=""/>
        <dsp:cNvSpPr/>
      </dsp:nvSpPr>
      <dsp:spPr>
        <a:xfrm>
          <a:off x="0" y="1141451"/>
          <a:ext cx="7219037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DA0A6F-C1A3-436E-958F-064452706E08}">
      <dsp:nvSpPr>
        <dsp:cNvPr id="0" name=""/>
        <dsp:cNvSpPr/>
      </dsp:nvSpPr>
      <dsp:spPr>
        <a:xfrm>
          <a:off x="0" y="1141451"/>
          <a:ext cx="7219037" cy="56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dirty="0"/>
            <a:t>3. Monitoramento em tempo real: detecta e bloqueia anomalias de preços.</a:t>
          </a:r>
          <a:endParaRPr lang="en-US" sz="1500" kern="1200" dirty="0"/>
        </a:p>
      </dsp:txBody>
      <dsp:txXfrm>
        <a:off x="0" y="1141451"/>
        <a:ext cx="7219037" cy="569890"/>
      </dsp:txXfrm>
    </dsp:sp>
    <dsp:sp modelId="{DE25E450-6E6A-4AE4-BAE9-68DAA89591E6}">
      <dsp:nvSpPr>
        <dsp:cNvPr id="0" name=""/>
        <dsp:cNvSpPr/>
      </dsp:nvSpPr>
      <dsp:spPr>
        <a:xfrm>
          <a:off x="0" y="1711341"/>
          <a:ext cx="7219037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EA6C75-A2DA-48C5-839E-2D2DE7E257A8}">
      <dsp:nvSpPr>
        <dsp:cNvPr id="0" name=""/>
        <dsp:cNvSpPr/>
      </dsp:nvSpPr>
      <dsp:spPr>
        <a:xfrm>
          <a:off x="0" y="1711341"/>
          <a:ext cx="7219037" cy="56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dirty="0"/>
            <a:t>4. Integração plug-</a:t>
          </a:r>
          <a:r>
            <a:rPr lang="pt-BR" sz="1500" b="0" i="0" kern="1200" dirty="0" err="1"/>
            <a:t>and</a:t>
          </a:r>
          <a:r>
            <a:rPr lang="pt-BR" sz="1500" b="0" i="0" kern="1200" dirty="0"/>
            <a:t>-play: Fácil de adotar para protocolos </a:t>
          </a:r>
          <a:r>
            <a:rPr lang="pt-BR" sz="1500" b="0" i="0" kern="1200" dirty="0" err="1"/>
            <a:t>DeFi</a:t>
          </a:r>
          <a:r>
            <a:rPr lang="pt-BR" sz="1500" b="0" i="0" kern="1200" dirty="0"/>
            <a:t>.</a:t>
          </a:r>
          <a:endParaRPr lang="en-US" sz="1500" kern="1200" dirty="0"/>
        </a:p>
      </dsp:txBody>
      <dsp:txXfrm>
        <a:off x="0" y="1711341"/>
        <a:ext cx="7219037" cy="569890"/>
      </dsp:txXfrm>
    </dsp:sp>
    <dsp:sp modelId="{036C3923-44ED-4A60-BF31-96AA680391F3}">
      <dsp:nvSpPr>
        <dsp:cNvPr id="0" name=""/>
        <dsp:cNvSpPr/>
      </dsp:nvSpPr>
      <dsp:spPr>
        <a:xfrm>
          <a:off x="0" y="2281231"/>
          <a:ext cx="7219037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692A4A-7EF4-4B8B-A3FE-A991C6BF663A}">
      <dsp:nvSpPr>
        <dsp:cNvPr id="0" name=""/>
        <dsp:cNvSpPr/>
      </dsp:nvSpPr>
      <dsp:spPr>
        <a:xfrm>
          <a:off x="0" y="2281231"/>
          <a:ext cx="7219037" cy="56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dirty="0"/>
            <a:t>5. Confiança aprimorada: Cria confiança entre usuários e investidores.</a:t>
          </a:r>
          <a:endParaRPr lang="en-US" sz="1500" b="0" i="0" kern="1200" dirty="0"/>
        </a:p>
      </dsp:txBody>
      <dsp:txXfrm>
        <a:off x="0" y="2281231"/>
        <a:ext cx="7219037" cy="569890"/>
      </dsp:txXfrm>
    </dsp:sp>
    <dsp:sp modelId="{B1E4C27E-5A90-48F1-90AB-43484FB9C2D6}">
      <dsp:nvSpPr>
        <dsp:cNvPr id="0" name=""/>
        <dsp:cNvSpPr/>
      </dsp:nvSpPr>
      <dsp:spPr>
        <a:xfrm>
          <a:off x="0" y="2851121"/>
          <a:ext cx="721903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7A6D90-D99C-448D-B9B3-1D53AF7F6275}">
      <dsp:nvSpPr>
        <dsp:cNvPr id="0" name=""/>
        <dsp:cNvSpPr/>
      </dsp:nvSpPr>
      <dsp:spPr>
        <a:xfrm>
          <a:off x="0" y="2851121"/>
          <a:ext cx="7219037" cy="56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dirty="0"/>
            <a:t>6. Fornece um mecanismo de defesa abrangente, não apenas dados.</a:t>
          </a:r>
          <a:endParaRPr lang="en-US" sz="1500" b="0" i="0" kern="1200" dirty="0"/>
        </a:p>
      </dsp:txBody>
      <dsp:txXfrm>
        <a:off x="0" y="2851121"/>
        <a:ext cx="7219037" cy="5698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A3CD3-B45B-4C56-AF99-31FF274C40E3}">
      <dsp:nvSpPr>
        <dsp:cNvPr id="0" name=""/>
        <dsp:cNvSpPr/>
      </dsp:nvSpPr>
      <dsp:spPr>
        <a:xfrm>
          <a:off x="-112248" y="8557"/>
          <a:ext cx="4793456" cy="1511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63700-86C5-41C7-85A6-507BC3139C4D}">
      <dsp:nvSpPr>
        <dsp:cNvPr id="0" name=""/>
        <dsp:cNvSpPr/>
      </dsp:nvSpPr>
      <dsp:spPr>
        <a:xfrm>
          <a:off x="344999" y="348659"/>
          <a:ext cx="832986" cy="8313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3031B-E7E9-4331-AD72-7FD0AB0B331C}">
      <dsp:nvSpPr>
        <dsp:cNvPr id="0" name=""/>
        <dsp:cNvSpPr/>
      </dsp:nvSpPr>
      <dsp:spPr>
        <a:xfrm>
          <a:off x="1294287" y="8557"/>
          <a:ext cx="3609616" cy="1513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0" tIns="160130" rIns="160130" bIns="16013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/>
            <a:t>Vantagem do pioneirismo: estamos apresentando uma nova categoria de middleware </a:t>
          </a:r>
          <a:r>
            <a:rPr lang="pt-BR" sz="1400" b="0" kern="1200" dirty="0" err="1"/>
            <a:t>oracle</a:t>
          </a:r>
          <a:r>
            <a:rPr lang="pt-BR" sz="1400" b="0" kern="1200" dirty="0"/>
            <a:t> que combina agregação de dados, validação e detecção de anomalias.</a:t>
          </a:r>
          <a:endParaRPr lang="en-US" sz="1400" b="0" kern="1200" dirty="0"/>
        </a:p>
      </dsp:txBody>
      <dsp:txXfrm>
        <a:off x="1294287" y="8557"/>
        <a:ext cx="3609616" cy="1513042"/>
      </dsp:txXfrm>
    </dsp:sp>
    <dsp:sp modelId="{23BC1803-7A96-40A2-BE09-9AA98CA0E503}">
      <dsp:nvSpPr>
        <dsp:cNvPr id="0" name=""/>
        <dsp:cNvSpPr/>
      </dsp:nvSpPr>
      <dsp:spPr>
        <a:xfrm>
          <a:off x="-112248" y="1866822"/>
          <a:ext cx="4793456" cy="1511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6432A-9394-4B63-A502-50DFF6C92529}">
      <dsp:nvSpPr>
        <dsp:cNvPr id="0" name=""/>
        <dsp:cNvSpPr/>
      </dsp:nvSpPr>
      <dsp:spPr>
        <a:xfrm>
          <a:off x="344999" y="2206924"/>
          <a:ext cx="832986" cy="8313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2681D-8DCD-462A-BB18-1F372F4A4F73}">
      <dsp:nvSpPr>
        <dsp:cNvPr id="0" name=""/>
        <dsp:cNvSpPr/>
      </dsp:nvSpPr>
      <dsp:spPr>
        <a:xfrm>
          <a:off x="1469497" y="1866822"/>
          <a:ext cx="3259197" cy="1513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0" tIns="160130" rIns="160130" bIns="16013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/>
            <a:t>Aplicável a todos os protocolos </a:t>
          </a:r>
          <a:r>
            <a:rPr lang="pt-BR" sz="1400" b="0" kern="1200" dirty="0" err="1"/>
            <a:t>DeFi</a:t>
          </a:r>
          <a:r>
            <a:rPr lang="pt-BR" sz="1400" b="0" kern="1200" dirty="0"/>
            <a:t>: Quer se trate de empréstimos, </a:t>
          </a:r>
          <a:r>
            <a:rPr lang="pt-BR" sz="1400" b="0" kern="1200" dirty="0" err="1"/>
            <a:t>DEXs</a:t>
          </a:r>
          <a:r>
            <a:rPr lang="pt-BR" sz="1400" b="0" kern="1200" dirty="0"/>
            <a:t> ou </a:t>
          </a:r>
          <a:r>
            <a:rPr lang="pt-BR" sz="1400" b="0" kern="1200" dirty="0" err="1"/>
            <a:t>yield</a:t>
          </a:r>
          <a:r>
            <a:rPr lang="pt-BR" sz="1400" b="0" kern="1200" dirty="0"/>
            <a:t> </a:t>
          </a:r>
          <a:r>
            <a:rPr lang="pt-BR" sz="1400" b="0" kern="1200" dirty="0" err="1"/>
            <a:t>farming</a:t>
          </a:r>
          <a:r>
            <a:rPr lang="pt-BR" sz="1400" b="0" kern="1200" dirty="0"/>
            <a:t>, qualquer protocolo pode se beneficiar do </a:t>
          </a:r>
          <a:r>
            <a:rPr lang="pt-BR" sz="1400" b="0" kern="1200" dirty="0" err="1"/>
            <a:t>SecurityPrice</a:t>
          </a:r>
          <a:r>
            <a:rPr lang="pt-BR" sz="1400" b="0" kern="1200" dirty="0"/>
            <a:t>.</a:t>
          </a:r>
          <a:endParaRPr lang="en-US" sz="1400" b="0" kern="1200" dirty="0"/>
        </a:p>
      </dsp:txBody>
      <dsp:txXfrm>
        <a:off x="1469497" y="1866822"/>
        <a:ext cx="3259197" cy="1513042"/>
      </dsp:txXfrm>
    </dsp:sp>
    <dsp:sp modelId="{6FFB2746-E307-4E24-B3FD-D552DB920474}">
      <dsp:nvSpPr>
        <dsp:cNvPr id="0" name=""/>
        <dsp:cNvSpPr/>
      </dsp:nvSpPr>
      <dsp:spPr>
        <a:xfrm>
          <a:off x="-112248" y="3725086"/>
          <a:ext cx="4793456" cy="15115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2CFCE-27C8-4766-9A5E-AD7A291C6845}">
      <dsp:nvSpPr>
        <dsp:cNvPr id="0" name=""/>
        <dsp:cNvSpPr/>
      </dsp:nvSpPr>
      <dsp:spPr>
        <a:xfrm>
          <a:off x="344999" y="4065188"/>
          <a:ext cx="832986" cy="8313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31390-0E72-468C-8AEC-B1D8EC1D16E7}">
      <dsp:nvSpPr>
        <dsp:cNvPr id="0" name=""/>
        <dsp:cNvSpPr/>
      </dsp:nvSpPr>
      <dsp:spPr>
        <a:xfrm>
          <a:off x="1292487" y="3725086"/>
          <a:ext cx="3613217" cy="1513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0" tIns="160130" rIns="160130" bIns="16013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/>
            <a:t>Construtor de reputação: Ao implementar sua solução, os protocolos podem aumentar a confiança e a segurança do usuário, evitando explorações devastadoras.</a:t>
          </a:r>
          <a:endParaRPr lang="en-US" sz="1400" b="0" kern="1200" dirty="0"/>
        </a:p>
      </dsp:txBody>
      <dsp:txXfrm>
        <a:off x="1292487" y="3725086"/>
        <a:ext cx="3613217" cy="15130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CAE75-C7D6-42C3-925E-955DDB29F1B8}">
      <dsp:nvSpPr>
        <dsp:cNvPr id="0" name=""/>
        <dsp:cNvSpPr/>
      </dsp:nvSpPr>
      <dsp:spPr>
        <a:xfrm>
          <a:off x="0" y="3916"/>
          <a:ext cx="7219037" cy="4691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C7781E-3207-4D4D-835A-5A1FE80147FE}">
      <dsp:nvSpPr>
        <dsp:cNvPr id="0" name=""/>
        <dsp:cNvSpPr/>
      </dsp:nvSpPr>
      <dsp:spPr>
        <a:xfrm>
          <a:off x="141910" y="109468"/>
          <a:ext cx="258270" cy="2580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0FFD9-C2EA-4AEF-AC6E-B2600311D812}">
      <dsp:nvSpPr>
        <dsp:cNvPr id="0" name=""/>
        <dsp:cNvSpPr/>
      </dsp:nvSpPr>
      <dsp:spPr>
        <a:xfrm>
          <a:off x="542090" y="3916"/>
          <a:ext cx="6652455" cy="51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04" tIns="54304" rIns="54304" bIns="5430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Single oracles like Chainlink are reliable but act as price reporters, not validators.</a:t>
          </a:r>
          <a:endParaRPr lang="en-US" sz="1400" kern="1200"/>
        </a:p>
      </dsp:txBody>
      <dsp:txXfrm>
        <a:off x="542090" y="3916"/>
        <a:ext cx="6652455" cy="513104"/>
      </dsp:txXfrm>
    </dsp:sp>
    <dsp:sp modelId="{67385FE5-99E7-4003-9E4E-3E28871EAF8E}">
      <dsp:nvSpPr>
        <dsp:cNvPr id="0" name=""/>
        <dsp:cNvSpPr/>
      </dsp:nvSpPr>
      <dsp:spPr>
        <a:xfrm>
          <a:off x="0" y="645297"/>
          <a:ext cx="7219037" cy="4691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DEE05F-1BBC-4088-9EFD-347DCBD3B156}">
      <dsp:nvSpPr>
        <dsp:cNvPr id="0" name=""/>
        <dsp:cNvSpPr/>
      </dsp:nvSpPr>
      <dsp:spPr>
        <a:xfrm>
          <a:off x="141910" y="750850"/>
          <a:ext cx="258270" cy="2580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72953-1E21-4E78-BB7F-9987B38D18A6}">
      <dsp:nvSpPr>
        <dsp:cNvPr id="0" name=""/>
        <dsp:cNvSpPr/>
      </dsp:nvSpPr>
      <dsp:spPr>
        <a:xfrm>
          <a:off x="542090" y="645297"/>
          <a:ext cx="6652455" cy="51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04" tIns="54304" rIns="54304" bIns="5430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/>
            <a:t>SecurityPrice</a:t>
          </a:r>
          <a:r>
            <a:rPr lang="en-US" sz="1400" b="0" i="0" kern="1200" dirty="0"/>
            <a:t>:</a:t>
          </a:r>
          <a:endParaRPr lang="en-US" sz="1400" kern="1200" dirty="0"/>
        </a:p>
      </dsp:txBody>
      <dsp:txXfrm>
        <a:off x="542090" y="645297"/>
        <a:ext cx="6652455" cy="513104"/>
      </dsp:txXfrm>
    </dsp:sp>
    <dsp:sp modelId="{38359246-F621-4288-ABF1-228F6374F71F}">
      <dsp:nvSpPr>
        <dsp:cNvPr id="0" name=""/>
        <dsp:cNvSpPr/>
      </dsp:nvSpPr>
      <dsp:spPr>
        <a:xfrm>
          <a:off x="0" y="1286678"/>
          <a:ext cx="7219037" cy="4691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F2EA0-52CD-45E1-BE93-A78015F8C503}">
      <dsp:nvSpPr>
        <dsp:cNvPr id="0" name=""/>
        <dsp:cNvSpPr/>
      </dsp:nvSpPr>
      <dsp:spPr>
        <a:xfrm>
          <a:off x="141910" y="1392231"/>
          <a:ext cx="258270" cy="2580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3B0ED-AD6F-46CD-A72A-2D2093D85BBB}">
      <dsp:nvSpPr>
        <dsp:cNvPr id="0" name=""/>
        <dsp:cNvSpPr/>
      </dsp:nvSpPr>
      <dsp:spPr>
        <a:xfrm>
          <a:off x="542090" y="1286678"/>
          <a:ext cx="6652455" cy="51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04" tIns="54304" rIns="54304" bIns="5430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• Combines data from multiple sources for reliability.</a:t>
          </a:r>
          <a:endParaRPr lang="en-US" sz="1400" kern="1200"/>
        </a:p>
      </dsp:txBody>
      <dsp:txXfrm>
        <a:off x="542090" y="1286678"/>
        <a:ext cx="6652455" cy="513104"/>
      </dsp:txXfrm>
    </dsp:sp>
    <dsp:sp modelId="{ECE2CEE8-48BF-472E-B66A-C26EF2DF3A34}">
      <dsp:nvSpPr>
        <dsp:cNvPr id="0" name=""/>
        <dsp:cNvSpPr/>
      </dsp:nvSpPr>
      <dsp:spPr>
        <a:xfrm>
          <a:off x="0" y="1928059"/>
          <a:ext cx="7219037" cy="4691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6ADBFA-570B-44C0-A199-9D59A309B6C1}">
      <dsp:nvSpPr>
        <dsp:cNvPr id="0" name=""/>
        <dsp:cNvSpPr/>
      </dsp:nvSpPr>
      <dsp:spPr>
        <a:xfrm>
          <a:off x="141910" y="2033612"/>
          <a:ext cx="258270" cy="2580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03BAD-E951-46E0-AAA0-AE856D2C7A54}">
      <dsp:nvSpPr>
        <dsp:cNvPr id="0" name=""/>
        <dsp:cNvSpPr/>
      </dsp:nvSpPr>
      <dsp:spPr>
        <a:xfrm>
          <a:off x="542090" y="1928059"/>
          <a:ext cx="6652455" cy="51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04" tIns="54304" rIns="54304" bIns="5430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• Filters and rejects manipulated prices.</a:t>
          </a:r>
          <a:endParaRPr lang="en-US" sz="1400" kern="1200"/>
        </a:p>
      </dsp:txBody>
      <dsp:txXfrm>
        <a:off x="542090" y="1928059"/>
        <a:ext cx="6652455" cy="513104"/>
      </dsp:txXfrm>
    </dsp:sp>
    <dsp:sp modelId="{44D9F620-3471-46D9-9DBC-D4D0C30B86AE}">
      <dsp:nvSpPr>
        <dsp:cNvPr id="0" name=""/>
        <dsp:cNvSpPr/>
      </dsp:nvSpPr>
      <dsp:spPr>
        <a:xfrm>
          <a:off x="0" y="2569440"/>
          <a:ext cx="7219037" cy="4691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CC8F4-ADF4-4E6C-97EE-6A8B074B109A}">
      <dsp:nvSpPr>
        <dsp:cNvPr id="0" name=""/>
        <dsp:cNvSpPr/>
      </dsp:nvSpPr>
      <dsp:spPr>
        <a:xfrm>
          <a:off x="141910" y="2674993"/>
          <a:ext cx="258270" cy="25801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0C351F-56D9-4240-9CF9-A54C1D0B04F9}">
      <dsp:nvSpPr>
        <dsp:cNvPr id="0" name=""/>
        <dsp:cNvSpPr/>
      </dsp:nvSpPr>
      <dsp:spPr>
        <a:xfrm>
          <a:off x="542090" y="2569440"/>
          <a:ext cx="6652455" cy="51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04" tIns="54304" rIns="54304" bIns="5430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• Provides a comprehensive defense mechanism, not just data.</a:t>
          </a:r>
          <a:endParaRPr lang="en-US" sz="1400" kern="1200" dirty="0"/>
        </a:p>
      </dsp:txBody>
      <dsp:txXfrm>
        <a:off x="542090" y="2569440"/>
        <a:ext cx="6652455" cy="5131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C3778-D2B8-4A12-B4F2-2D21CB9AA011}">
      <dsp:nvSpPr>
        <dsp:cNvPr id="0" name=""/>
        <dsp:cNvSpPr/>
      </dsp:nvSpPr>
      <dsp:spPr>
        <a:xfrm>
          <a:off x="474113" y="352962"/>
          <a:ext cx="774404" cy="7744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85000-FC53-4E2E-8DAC-3950E0C70117}">
      <dsp:nvSpPr>
        <dsp:cNvPr id="0" name=""/>
        <dsp:cNvSpPr/>
      </dsp:nvSpPr>
      <dsp:spPr>
        <a:xfrm>
          <a:off x="866" y="1404299"/>
          <a:ext cx="1720898" cy="68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Enough talk—let’s dive into the Proof of Concept (POC) for </a:t>
          </a:r>
          <a:r>
            <a:rPr lang="en-US" sz="1100" kern="1200" dirty="0" err="1"/>
            <a:t>SecurityPrice</a:t>
          </a:r>
          <a:r>
            <a:rPr lang="en-US" sz="1100" kern="1200" dirty="0"/>
            <a:t>.</a:t>
          </a:r>
        </a:p>
      </dsp:txBody>
      <dsp:txXfrm>
        <a:off x="866" y="1404299"/>
        <a:ext cx="1720898" cy="688359"/>
      </dsp:txXfrm>
    </dsp:sp>
    <dsp:sp modelId="{FDE33CF1-9E76-4189-A80C-91EB7E834608}">
      <dsp:nvSpPr>
        <dsp:cNvPr id="0" name=""/>
        <dsp:cNvSpPr/>
      </dsp:nvSpPr>
      <dsp:spPr>
        <a:xfrm>
          <a:off x="2496169" y="352962"/>
          <a:ext cx="774404" cy="7744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6D179-72BF-4201-86A8-B83A47AEBE28}">
      <dsp:nvSpPr>
        <dsp:cNvPr id="0" name=""/>
        <dsp:cNvSpPr/>
      </dsp:nvSpPr>
      <dsp:spPr>
        <a:xfrm>
          <a:off x="2022922" y="1404299"/>
          <a:ext cx="1720898" cy="68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We’ll demonstrate how the </a:t>
          </a:r>
          <a:r>
            <a:rPr lang="en-US" sz="1100" kern="1200" dirty="0" err="1"/>
            <a:t>SecurityPrice</a:t>
          </a:r>
          <a:r>
            <a:rPr lang="en-US" sz="1100" kern="1200" dirty="0"/>
            <a:t> solution works in a mock setup.</a:t>
          </a:r>
        </a:p>
      </dsp:txBody>
      <dsp:txXfrm>
        <a:off x="2022922" y="1404299"/>
        <a:ext cx="1720898" cy="688359"/>
      </dsp:txXfrm>
    </dsp:sp>
    <dsp:sp modelId="{E02B498C-9F44-4392-AB17-00A4923C490C}">
      <dsp:nvSpPr>
        <dsp:cNvPr id="0" name=""/>
        <dsp:cNvSpPr/>
      </dsp:nvSpPr>
      <dsp:spPr>
        <a:xfrm>
          <a:off x="474113" y="2522883"/>
          <a:ext cx="774404" cy="7744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2D328-0839-403A-86BD-B6FC06506525}">
      <dsp:nvSpPr>
        <dsp:cNvPr id="0" name=""/>
        <dsp:cNvSpPr/>
      </dsp:nvSpPr>
      <dsp:spPr>
        <a:xfrm>
          <a:off x="866" y="3574220"/>
          <a:ext cx="1720898" cy="68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Watch as manipulated prices are detected and rejected in real-time.</a:t>
          </a:r>
          <a:endParaRPr lang="en-US" sz="1100" kern="1200" dirty="0"/>
        </a:p>
      </dsp:txBody>
      <dsp:txXfrm>
        <a:off x="866" y="3574220"/>
        <a:ext cx="1720898" cy="688359"/>
      </dsp:txXfrm>
    </dsp:sp>
    <dsp:sp modelId="{53922080-3FE4-47C7-A554-CBD00C9EF51E}">
      <dsp:nvSpPr>
        <dsp:cNvPr id="0" name=""/>
        <dsp:cNvSpPr/>
      </dsp:nvSpPr>
      <dsp:spPr>
        <a:xfrm>
          <a:off x="2496169" y="2522883"/>
          <a:ext cx="774404" cy="7744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4016D-144F-451E-8763-22597FD848CE}">
      <dsp:nvSpPr>
        <dsp:cNvPr id="0" name=""/>
        <dsp:cNvSpPr/>
      </dsp:nvSpPr>
      <dsp:spPr>
        <a:xfrm>
          <a:off x="2022922" y="3574220"/>
          <a:ext cx="1720898" cy="688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See how SecurityPrice provides robust protection for DeFi protocols.</a:t>
          </a:r>
          <a:endParaRPr lang="en-US" sz="1100" kern="1200" dirty="0"/>
        </a:p>
      </dsp:txBody>
      <dsp:txXfrm>
        <a:off x="2022922" y="3574220"/>
        <a:ext cx="1720898" cy="6883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3DAAD0-25AD-491A-AE94-A3C65211D5A6}">
      <dsp:nvSpPr>
        <dsp:cNvPr id="0" name=""/>
        <dsp:cNvSpPr/>
      </dsp:nvSpPr>
      <dsp:spPr>
        <a:xfrm>
          <a:off x="2114" y="1152193"/>
          <a:ext cx="1510075" cy="9588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16EFA3-BD7C-40A8-8071-D7ECBED5335C}">
      <dsp:nvSpPr>
        <dsp:cNvPr id="0" name=""/>
        <dsp:cNvSpPr/>
      </dsp:nvSpPr>
      <dsp:spPr>
        <a:xfrm>
          <a:off x="169901" y="1311590"/>
          <a:ext cx="1510075" cy="9588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• The manipulated BOO price would have been flagged and rejected.</a:t>
          </a:r>
          <a:endParaRPr lang="en-US" sz="1100" kern="1200"/>
        </a:p>
      </dsp:txBody>
      <dsp:txXfrm>
        <a:off x="197986" y="1339675"/>
        <a:ext cx="1453905" cy="902728"/>
      </dsp:txXfrm>
    </dsp:sp>
    <dsp:sp modelId="{EEC958CB-594E-40E6-8318-AB133479C8FB}">
      <dsp:nvSpPr>
        <dsp:cNvPr id="0" name=""/>
        <dsp:cNvSpPr/>
      </dsp:nvSpPr>
      <dsp:spPr>
        <a:xfrm>
          <a:off x="1847763" y="1152193"/>
          <a:ext cx="1510075" cy="9588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83AA24-A3B6-4667-9F73-11F0632AF9C7}">
      <dsp:nvSpPr>
        <dsp:cNvPr id="0" name=""/>
        <dsp:cNvSpPr/>
      </dsp:nvSpPr>
      <dsp:spPr>
        <a:xfrm>
          <a:off x="2015549" y="1311590"/>
          <a:ext cx="1510075" cy="9588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• Inflated collateral values would not have been accepted.</a:t>
          </a:r>
          <a:endParaRPr lang="en-US" sz="1100" kern="1200"/>
        </a:p>
      </dsp:txBody>
      <dsp:txXfrm>
        <a:off x="2043634" y="1339675"/>
        <a:ext cx="1453905" cy="902728"/>
      </dsp:txXfrm>
    </dsp:sp>
    <dsp:sp modelId="{B987CD6A-31CE-4A6E-9B4A-0288C429DCD4}">
      <dsp:nvSpPr>
        <dsp:cNvPr id="0" name=""/>
        <dsp:cNvSpPr/>
      </dsp:nvSpPr>
      <dsp:spPr>
        <a:xfrm>
          <a:off x="3693411" y="1152193"/>
          <a:ext cx="1510075" cy="9588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5879AE2-FF87-4114-9158-7732ACA0DDE6}">
      <dsp:nvSpPr>
        <dsp:cNvPr id="0" name=""/>
        <dsp:cNvSpPr/>
      </dsp:nvSpPr>
      <dsp:spPr>
        <a:xfrm>
          <a:off x="3861197" y="1311590"/>
          <a:ext cx="1510075" cy="9588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• The $8.7 million attack could have been completely avoided.</a:t>
          </a:r>
          <a:endParaRPr lang="en-US" sz="1100" kern="1200"/>
        </a:p>
      </dsp:txBody>
      <dsp:txXfrm>
        <a:off x="3889282" y="1339675"/>
        <a:ext cx="1453905" cy="902728"/>
      </dsp:txXfrm>
    </dsp:sp>
    <dsp:sp modelId="{28174AA7-0343-45D0-8F32-C65F2C070E67}">
      <dsp:nvSpPr>
        <dsp:cNvPr id="0" name=""/>
        <dsp:cNvSpPr/>
      </dsp:nvSpPr>
      <dsp:spPr>
        <a:xfrm>
          <a:off x="5539059" y="1152193"/>
          <a:ext cx="1510075" cy="9588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2969E2-1D32-4B6B-BEE0-B7393E63F7AC}">
      <dsp:nvSpPr>
        <dsp:cNvPr id="0" name=""/>
        <dsp:cNvSpPr/>
      </dsp:nvSpPr>
      <dsp:spPr>
        <a:xfrm>
          <a:off x="5706846" y="1311590"/>
          <a:ext cx="1510075" cy="9588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• SecurityPrice would have saved Polter Finance from collapse.</a:t>
          </a:r>
          <a:endParaRPr lang="en-US" sz="1100" kern="1200"/>
        </a:p>
      </dsp:txBody>
      <dsp:txXfrm>
        <a:off x="5734931" y="1339675"/>
        <a:ext cx="1453905" cy="902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828FA-88D6-499B-8D8E-D17773AF9EEA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9E89C-55A4-489C-9443-9B2C0529CB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550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1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9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7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7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71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4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87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27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22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67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4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82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16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43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55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78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45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3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solidityscan.com/polter-finance-hack-analysis-c5eaa6dcfd40" TargetMode="External"/><Relationship Id="rId4" Type="http://schemas.openxmlformats.org/officeDocument/2006/relationships/hyperlink" Target="https://www.halborn.com/blog/post/explained-the-polter-finance-hack-november-202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www.halborn.com/reports/top-hacks-100/Halborn-Top-100-DeFi-Hack-Report.pdf?utm_source=microsite&amp;utm_medium=email&amp;utm_campaign=top_100_defi_hacks_report&amp;utm_id=Top100DeFiHacks&amp;utm_source=Gated+Research&amp;utm_campaign=7ecc5ace40-EMAIL_CAMPAIGN_2023_08_01_06_11&amp;utm_medium=email&amp;utm_term=0_e0ed3298e1-7ecc5ace40-64671458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2233036" y="1913001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77D96-D085-DB2E-A05D-685A60B142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25" r="32897" b="-1"/>
          <a:stretch/>
        </p:blipFill>
        <p:spPr>
          <a:xfrm>
            <a:off x="317502" y="402166"/>
            <a:ext cx="3699714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64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71295" y="1241266"/>
            <a:ext cx="4071414" cy="3153753"/>
          </a:xfrm>
        </p:spPr>
        <p:txBody>
          <a:bodyPr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pt-BR" sz="3600" dirty="0"/>
              <a:t>Resolvendo a Manipulação de Preços de Oráculos com o </a:t>
            </a:r>
            <a:r>
              <a:rPr lang="pt-BR" sz="3600" dirty="0" err="1"/>
              <a:t>SecurityPrice</a:t>
            </a:r>
            <a:br>
              <a:rPr lang="en-US" sz="3400" dirty="0"/>
            </a:br>
            <a:br>
              <a:rPr lang="en-US" sz="3400" dirty="0"/>
            </a:br>
            <a:br>
              <a:rPr lang="en-US" sz="3400" dirty="0"/>
            </a:br>
            <a:endParaRPr lang="en-US" sz="3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1295" y="4591665"/>
            <a:ext cx="4071414" cy="1622322"/>
          </a:xfrm>
        </p:spPr>
        <p:txBody>
          <a:bodyPr>
            <a:norm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cap="none" dirty="0">
                <a:solidFill>
                  <a:schemeClr val="bg1"/>
                </a:solidFill>
                <a:latin typeface="Arial" panose="020B0604020202020204" pitchFamily="34" charset="0"/>
              </a:rPr>
              <a:t>Como o </a:t>
            </a:r>
            <a:r>
              <a:rPr lang="pt-BR" altLang="pt-BR" cap="none" dirty="0" err="1">
                <a:solidFill>
                  <a:schemeClr val="bg1"/>
                </a:solidFill>
                <a:latin typeface="Arial" panose="020B0604020202020204" pitchFamily="34" charset="0"/>
              </a:rPr>
              <a:t>SecurityPrice</a:t>
            </a:r>
            <a:r>
              <a:rPr lang="pt-BR" altLang="pt-BR" cap="none" dirty="0">
                <a:solidFill>
                  <a:schemeClr val="bg1"/>
                </a:solidFill>
                <a:latin typeface="Arial" panose="020B0604020202020204" pitchFamily="34" charset="0"/>
              </a:rPr>
              <a:t> Poderia Ter Prevenido o Ataque à </a:t>
            </a:r>
            <a:r>
              <a:rPr lang="pt-BR" altLang="pt-BR" cap="none" dirty="0" err="1">
                <a:solidFill>
                  <a:schemeClr val="bg1"/>
                </a:solidFill>
                <a:latin typeface="Arial" panose="020B0604020202020204" pitchFamily="34" charset="0"/>
              </a:rPr>
              <a:t>Polter</a:t>
            </a:r>
            <a:r>
              <a:rPr lang="pt-BR" altLang="pt-BR" cap="none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pt-BR" altLang="pt-BR" cap="none" dirty="0" err="1">
                <a:solidFill>
                  <a:schemeClr val="bg1"/>
                </a:solidFill>
                <a:latin typeface="Arial" panose="020B0604020202020204" pitchFamily="34" charset="0"/>
              </a:rPr>
              <a:t>Finance</a:t>
            </a:r>
            <a:endParaRPr lang="pt-BR" altLang="pt-BR" cap="none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8ABDB68-E3D5-448E-97D3-06FFEF68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2" name="Freeform 5">
            <a:extLst>
              <a:ext uri="{FF2B5EF4-FFF2-40B4-BE49-F238E27FC236}">
                <a16:creationId xmlns:a16="http://schemas.microsoft.com/office/drawing/2014/main" id="{B8DD7FEB-D9F3-4F5B-982C-36B0664D0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620146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96BA11E4-0636-4FA9-A836-2A4FB176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23" y="629265"/>
            <a:ext cx="4554582" cy="1622322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EBEBEB"/>
                </a:solidFill>
              </a:rPr>
              <a:t>O Hack da </a:t>
            </a:r>
            <a:r>
              <a:rPr lang="pt-BR" dirty="0" err="1">
                <a:solidFill>
                  <a:srgbClr val="EBEBEB"/>
                </a:solidFill>
              </a:rPr>
              <a:t>Polter</a:t>
            </a:r>
            <a:r>
              <a:rPr lang="pt-BR" dirty="0">
                <a:solidFill>
                  <a:srgbClr val="EBEBEB"/>
                </a:solidFill>
              </a:rPr>
              <a:t> </a:t>
            </a:r>
            <a:r>
              <a:rPr lang="pt-BR" dirty="0" err="1">
                <a:solidFill>
                  <a:srgbClr val="EBEBEB"/>
                </a:solidFill>
              </a:rPr>
              <a:t>Finance</a:t>
            </a:r>
            <a:endParaRPr lang="pt-BR" dirty="0">
              <a:solidFill>
                <a:srgbClr val="EBEBEB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5681882E-BDD0-4311-AF62-E8019628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960868" y="1590205"/>
            <a:ext cx="6053670" cy="3677591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5" name="Graphic 34" descr="Ladrão com preenchimento sólido">
            <a:extLst>
              <a:ext uri="{FF2B5EF4-FFF2-40B4-BE49-F238E27FC236}">
                <a16:creationId xmlns:a16="http://schemas.microsoft.com/office/drawing/2014/main" id="{9CE56F2A-1E03-66FC-6695-87DCD979F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563669" y="1890796"/>
            <a:ext cx="3093988" cy="3093988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EADD3260-4BDA-459B-A162-5E1B897E3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83DA7DD-CA37-4ED7-8710-48E56B063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92F2E3C-66CD-4DEB-BA14-2A5912B65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23" y="2418735"/>
            <a:ext cx="4554582" cy="3811740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t-BR" sz="1600" dirty="0"/>
              <a:t>Em </a:t>
            </a:r>
            <a:r>
              <a:rPr lang="pt-BR" sz="1600" b="1" dirty="0"/>
              <a:t>novembro de 2024</a:t>
            </a:r>
            <a:r>
              <a:rPr lang="pt-BR" sz="1600" dirty="0"/>
              <a:t>, o protocolo </a:t>
            </a:r>
            <a:r>
              <a:rPr lang="pt-BR" sz="1600" b="1" dirty="0" err="1"/>
              <a:t>Polter</a:t>
            </a:r>
            <a:r>
              <a:rPr lang="pt-BR" sz="1600" b="1" dirty="0"/>
              <a:t> </a:t>
            </a:r>
            <a:r>
              <a:rPr lang="pt-BR" sz="1600" b="1" dirty="0" err="1"/>
              <a:t>Finance</a:t>
            </a:r>
            <a:r>
              <a:rPr lang="pt-BR" sz="1600" dirty="0"/>
              <a:t> perdeu </a:t>
            </a:r>
            <a:r>
              <a:rPr lang="pt-BR" sz="1600" b="1" dirty="0"/>
              <a:t>US$ 8,7 milhões</a:t>
            </a:r>
            <a:r>
              <a:rPr lang="pt-BR" sz="1600" dirty="0"/>
              <a:t> devido a um </a:t>
            </a:r>
            <a:r>
              <a:rPr lang="pt-BR" sz="1600" b="1" dirty="0"/>
              <a:t>ataque de manipulação de oráculo</a:t>
            </a:r>
            <a:r>
              <a:rPr lang="pt-BR" sz="1600" dirty="0"/>
              <a:t>.</a:t>
            </a:r>
            <a:endParaRPr lang="en-US" sz="17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pt-BR" sz="1600" dirty="0"/>
              <a:t>Esse evento expôs uma </a:t>
            </a:r>
            <a:r>
              <a:rPr lang="pt-BR" sz="1600" b="1" dirty="0"/>
              <a:t>grande vulnerabilidade no </a:t>
            </a:r>
            <a:r>
              <a:rPr lang="pt-BR" sz="1600" b="1" dirty="0" err="1"/>
              <a:t>DeFi</a:t>
            </a:r>
            <a:r>
              <a:rPr lang="pt-BR" sz="1600" dirty="0"/>
              <a:t>: a </a:t>
            </a:r>
            <a:r>
              <a:rPr lang="pt-BR" sz="1600" b="1" dirty="0"/>
              <a:t>dependência de uma única fonte de preço</a:t>
            </a:r>
            <a:r>
              <a:rPr lang="pt-BR" sz="1600" dirty="0"/>
              <a:t>.</a:t>
            </a:r>
          </a:p>
          <a:p>
            <a:pPr>
              <a:lnSpc>
                <a:spcPct val="90000"/>
              </a:lnSpc>
            </a:pPr>
            <a:endParaRPr lang="en-US" sz="1700" b="1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17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rgbClr val="FFFFFF"/>
                </a:solidFill>
                <a:hlinkClick r:id="rId4"/>
              </a:rPr>
              <a:t>https://www.halborn.com/blog/post/explained-the-polter-finance-hack-november-2024</a:t>
            </a:r>
            <a:endParaRPr lang="en-US" sz="17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rgbClr val="FFFFFF"/>
                </a:solidFill>
                <a:hlinkClick r:id="rId5"/>
              </a:rPr>
              <a:t>https://blog.solidityscan.com/polter-finance-hack-analysis-c5eaa6dcfd40</a:t>
            </a:r>
            <a:endParaRPr lang="en-US" sz="1700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dirty="0">
                <a:solidFill>
                  <a:srgbClr val="EBEBEB"/>
                </a:solidFill>
              </a:rPr>
              <a:t>O Ataque Explicado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26" name="CaixaDeTexto 6">
            <a:extLst>
              <a:ext uri="{FF2B5EF4-FFF2-40B4-BE49-F238E27FC236}">
                <a16:creationId xmlns:a16="http://schemas.microsoft.com/office/drawing/2014/main" id="{D2AFBDC5-8355-86E0-FCB3-7FBBBAA6AE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7556521"/>
              </p:ext>
            </p:extLst>
          </p:nvPr>
        </p:nvGraphicFramePr>
        <p:xfrm>
          <a:off x="3877437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797328" cy="70696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sz="2500" dirty="0">
                <a:solidFill>
                  <a:srgbClr val="EBEBEB"/>
                </a:solidFill>
              </a:rPr>
              <a:t>O problema central: manipulação de preços da Oracle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216" y="2603500"/>
            <a:ext cx="2610790" cy="3416300"/>
          </a:xfrm>
        </p:spPr>
        <p:txBody>
          <a:bodyPr anchor="ctr">
            <a:normAutofit lnSpcReduction="10000"/>
          </a:bodyPr>
          <a:lstStyle/>
          <a:p>
            <a:r>
              <a:rPr lang="pt-BR" sz="1400" dirty="0"/>
              <a:t>A manipulação de preços explora protocolos que dependem de feeds de preços de fonte única.</a:t>
            </a:r>
          </a:p>
          <a:p>
            <a:r>
              <a:rPr lang="pt-BR" sz="1400" dirty="0"/>
              <a:t>O uso de um preço à vista de um único pool de liquidez torna o sistema vulnerável a distorções temporárias. Sem validação, esses preços manipulados podem ter consequências catastróficas.</a:t>
            </a:r>
            <a:endParaRPr lang="en-US" sz="1400" dirty="0"/>
          </a:p>
        </p:txBody>
      </p:sp>
      <p:pic>
        <p:nvPicPr>
          <p:cNvPr id="1026" name="Picture 2" descr="Gráfico&#10;&#10;Descrição gerada automaticamente com confiança baixa">
            <a:hlinkClick r:id="rId2"/>
            <a:extLst>
              <a:ext uri="{FF2B5EF4-FFF2-40B4-BE49-F238E27FC236}">
                <a16:creationId xmlns:a16="http://schemas.microsoft.com/office/drawing/2014/main" id="{753C865E-AC5A-05C9-5C79-5D0C6EAB3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96006" y="2259204"/>
            <a:ext cx="5928251" cy="37605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C819B5A-45E3-D4CA-15B3-B0B70594FFC3}"/>
              </a:ext>
            </a:extLst>
          </p:cNvPr>
          <p:cNvSpPr txBox="1"/>
          <p:nvPr/>
        </p:nvSpPr>
        <p:spPr>
          <a:xfrm>
            <a:off x="3096006" y="6145942"/>
            <a:ext cx="51007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Source</a:t>
            </a:r>
            <a:r>
              <a:rPr lang="pt-BR" sz="1400" dirty="0"/>
              <a:t>: </a:t>
            </a:r>
            <a:r>
              <a:rPr lang="pt-BR" sz="1400" dirty="0">
                <a:effectLst/>
                <a:latin typeface="Segoe UI" panose="020B0502040204020203" pitchFamily="34" charset="0"/>
              </a:rPr>
              <a:t>https://www.halborn.com/reports/top-hacks-100/Halborn-Top-100-DeFi-Hack-Report.pdf</a:t>
            </a:r>
            <a:endParaRPr lang="pt-BR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os coloridos">
            <a:extLst>
              <a:ext uri="{FF2B5EF4-FFF2-40B4-BE49-F238E27FC236}">
                <a16:creationId xmlns:a16="http://schemas.microsoft.com/office/drawing/2014/main" id="{2F63D9C1-F4A2-35E9-317E-A27A13D0C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69" b="24443"/>
          <a:stretch/>
        </p:blipFill>
        <p:spPr>
          <a:xfrm>
            <a:off x="357813" y="466162"/>
            <a:ext cx="8428374" cy="3937502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14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2142" y="3128074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58392"/>
            <a:ext cx="9144000" cy="3033446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C91E93A7-6C7F-4F77-9CB0-280D958E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4110824"/>
            <a:ext cx="3761443" cy="1908975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tx1"/>
                </a:solidFill>
              </a:rPr>
              <a:t>Apresentando o SecurityPrice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38ABDB68-E3D5-448E-97D3-06FFEF68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69" name="Freeform 5">
            <a:extLst>
              <a:ext uri="{FF2B5EF4-FFF2-40B4-BE49-F238E27FC236}">
                <a16:creationId xmlns:a16="http://schemas.microsoft.com/office/drawing/2014/main" id="{B8DD7FEB-D9F3-4F5B-982C-36B0664D0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620146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1" name="Freeform 5">
            <a:extLst>
              <a:ext uri="{FF2B5EF4-FFF2-40B4-BE49-F238E27FC236}">
                <a16:creationId xmlns:a16="http://schemas.microsoft.com/office/drawing/2014/main" id="{96BA11E4-0636-4FA9-A836-2A4FB176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23" y="629265"/>
            <a:ext cx="4554582" cy="16223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700" dirty="0">
                <a:solidFill>
                  <a:srgbClr val="EBEBEB"/>
                </a:solidFill>
              </a:rPr>
              <a:t>Como funciona o </a:t>
            </a:r>
            <a:r>
              <a:rPr lang="pt-BR" sz="2700" dirty="0" err="1">
                <a:solidFill>
                  <a:srgbClr val="EBEBEB"/>
                </a:solidFill>
              </a:rPr>
              <a:t>SecurityPrice</a:t>
            </a:r>
            <a:r>
              <a:rPr lang="pt-BR" sz="2700" dirty="0">
                <a:solidFill>
                  <a:srgbClr val="EBEBEB"/>
                </a:solidFill>
              </a:rPr>
              <a:t>: agregação de vários oráculos</a:t>
            </a:r>
            <a:endParaRPr lang="en-US" sz="2700" dirty="0">
              <a:solidFill>
                <a:srgbClr val="EBEBEB"/>
              </a:solidFill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5681882E-BDD0-4311-AF62-E8019628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960868" y="1590205"/>
            <a:ext cx="6053670" cy="3677591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82100446-FC7B-8DB5-0054-1F17092BB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406" y="1817915"/>
            <a:ext cx="3583204" cy="3098372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EADD3260-4BDA-459B-A162-5E1B897E3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83DA7DD-CA37-4ED7-8710-48E56B063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92F2E3C-66CD-4DEB-BA14-2A5912B65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30DCDED-1248-635E-8CAD-1DFC49B0C7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2287384"/>
              </p:ext>
            </p:extLst>
          </p:nvPr>
        </p:nvGraphicFramePr>
        <p:xfrm>
          <a:off x="625174" y="2432266"/>
          <a:ext cx="4408731" cy="1920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307673" y="4254500"/>
            <a:ext cx="4726232" cy="1908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pt-BR" sz="1500" dirty="0" err="1">
                <a:solidFill>
                  <a:schemeClr val="tx1"/>
                </a:solidFill>
              </a:rPr>
              <a:t>SecurityPrice</a:t>
            </a:r>
            <a:r>
              <a:rPr lang="pt-BR" sz="1500" dirty="0">
                <a:solidFill>
                  <a:schemeClr val="tx1"/>
                </a:solidFill>
              </a:rPr>
              <a:t> é uma solução </a:t>
            </a:r>
            <a:r>
              <a:rPr lang="pt-BR" sz="1500" dirty="0" err="1">
                <a:solidFill>
                  <a:schemeClr val="tx1"/>
                </a:solidFill>
              </a:rPr>
              <a:t>multi-oráculo</a:t>
            </a:r>
            <a:r>
              <a:rPr lang="pt-BR" sz="1500" dirty="0">
                <a:solidFill>
                  <a:schemeClr val="tx1"/>
                </a:solidFill>
              </a:rPr>
              <a:t> projetada para proteger os protocolos contra manipulação de preços. Ele valida preços usando dados de várias fontes, rejeita preços manipulados e fornece monitoramento em tempo real.</a:t>
            </a:r>
            <a:endParaRPr lang="en-US" sz="1500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91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5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rgbClr val="FFFFFF"/>
                </a:solidFill>
              </a:rPr>
              <a:t>Principais benefícios do </a:t>
            </a:r>
            <a:r>
              <a:rPr lang="pt-BR" dirty="0" err="1">
                <a:solidFill>
                  <a:srgbClr val="FFFFFF"/>
                </a:solidFill>
              </a:rPr>
              <a:t>SecurityPrice</a:t>
            </a: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112" name="Rectangle 95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3C9CFD-C666-3097-DB49-E34D279476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7135346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14EE402-2EDF-FC94-DCCE-AA9192D7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Por Que é um Divisor de Águas</a:t>
            </a:r>
            <a:br>
              <a:rPr lang="en-US" b="1">
                <a:solidFill>
                  <a:srgbClr val="EBEBEB"/>
                </a:solidFill>
              </a:rPr>
            </a:br>
            <a:endParaRPr lang="pt-BR">
              <a:solidFill>
                <a:srgbClr val="EBEBEB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32" name="Espaço Reservado para Conteúdo 2">
            <a:extLst>
              <a:ext uri="{FF2B5EF4-FFF2-40B4-BE49-F238E27FC236}">
                <a16:creationId xmlns:a16="http://schemas.microsoft.com/office/drawing/2014/main" id="{1F75215A-D80D-063D-3325-AF5EC75CF3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367295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3110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8ABDB68-E3D5-448E-97D3-06FFEF68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B8DD7FEB-D9F3-4F5B-982C-36B0664D0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620146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96BA11E4-0636-4FA9-A836-2A4FB176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23" y="629265"/>
            <a:ext cx="4554582" cy="16223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Agora Vamos Ver na Prática! (Prova de Conceito)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681882E-BDD0-4311-AF62-E8019628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960868" y="1590205"/>
            <a:ext cx="6053670" cy="3677591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26" name="Graphic 25" descr="Laptop seguro">
            <a:extLst>
              <a:ext uri="{FF2B5EF4-FFF2-40B4-BE49-F238E27FC236}">
                <a16:creationId xmlns:a16="http://schemas.microsoft.com/office/drawing/2014/main" id="{77718C5A-007E-DDA4-E3CE-166B62BF5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3669" y="1890796"/>
            <a:ext cx="3093988" cy="3093988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ADD3260-4BDA-459B-A162-5E1B897E3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83DA7DD-CA37-4ED7-8710-48E56B063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2F2E3C-66CD-4DEB-BA14-2A5912B65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479323" y="2616970"/>
            <a:ext cx="4554582" cy="397888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700" dirty="0">
                <a:solidFill>
                  <a:srgbClr val="FFFFFF"/>
                </a:solidFill>
              </a:rPr>
              <a:t>A manipulação do Oracle é uma ameaça crescente ao </a:t>
            </a:r>
            <a:r>
              <a:rPr lang="pt-BR" sz="1700" dirty="0" err="1">
                <a:solidFill>
                  <a:srgbClr val="FFFFFF"/>
                </a:solidFill>
              </a:rPr>
              <a:t>DeFi</a:t>
            </a:r>
            <a:r>
              <a:rPr lang="pt-BR" sz="1700" dirty="0">
                <a:solidFill>
                  <a:srgbClr val="FFFFFF"/>
                </a:solidFill>
              </a:rPr>
              <a:t>.</a:t>
            </a:r>
            <a:endParaRPr lang="en-US" sz="17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pt-BR" sz="1700" dirty="0">
                <a:solidFill>
                  <a:srgbClr val="FFFFFF"/>
                </a:solidFill>
              </a:rPr>
              <a:t>A </a:t>
            </a:r>
            <a:r>
              <a:rPr lang="pt-BR" sz="1700" dirty="0" err="1">
                <a:solidFill>
                  <a:srgbClr val="FFFFFF"/>
                </a:solidFill>
              </a:rPr>
              <a:t>SecurityPrice</a:t>
            </a:r>
            <a:r>
              <a:rPr lang="pt-BR" sz="1700" dirty="0">
                <a:solidFill>
                  <a:srgbClr val="FFFFFF"/>
                </a:solidFill>
              </a:rPr>
              <a:t> oferece uma solução robusta com agregação e validação de vários oráculos.</a:t>
            </a:r>
            <a:endParaRPr lang="en-US" sz="17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pt-BR" sz="1700" dirty="0">
                <a:solidFill>
                  <a:srgbClr val="FFFFFF"/>
                </a:solidFill>
              </a:rPr>
              <a:t>Proteja seu protocolo, usuários e reputação.</a:t>
            </a:r>
            <a:endParaRPr lang="en-US" sz="17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pt-BR" sz="1600" dirty="0"/>
              <a:t>Vamos demonstrar como a solução </a:t>
            </a:r>
            <a:r>
              <a:rPr lang="pt-BR" sz="1600" dirty="0" err="1"/>
              <a:t>SecurityPrice</a:t>
            </a:r>
            <a:r>
              <a:rPr lang="pt-BR" sz="1600" dirty="0"/>
              <a:t> funciona em uma configuração simulada.</a:t>
            </a:r>
            <a:endParaRPr lang="en-US" sz="17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7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700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500">
                <a:solidFill>
                  <a:srgbClr val="EBEBEB"/>
                </a:solidFill>
              </a:rPr>
              <a:t>Por Que Escolher o SecurityPrice em Vez de Oráculos Únicos?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16FF518B-A9D5-79A2-A8F2-1368BD3DDB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107370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Now Let’s See It in Action!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6D9EAD-228B-21E3-352F-603C89B25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0507545"/>
              </p:ext>
            </p:extLst>
          </p:nvPr>
        </p:nvGraphicFramePr>
        <p:xfrm>
          <a:off x="348343" y="2264229"/>
          <a:ext cx="3744687" cy="4615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CA9DB8-6274-B06C-B465-7E3E5575AA59}"/>
              </a:ext>
            </a:extLst>
          </p:cNvPr>
          <p:cNvSpPr txBox="1">
            <a:spLocks/>
          </p:cNvSpPr>
          <p:nvPr/>
        </p:nvSpPr>
        <p:spPr>
          <a:xfrm>
            <a:off x="4467209" y="2941249"/>
            <a:ext cx="4554582" cy="3811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Oracle manipulation is a growing threat to DeFi.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SecurityPrice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offers a robust solution with multi-oracle aggregation and validation.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Protect your protocol, users, and reputation.</a:t>
            </a:r>
          </a:p>
          <a:p>
            <a:pPr marL="0" indent="0">
              <a:lnSpc>
                <a:spcPct val="90000"/>
              </a:lnSpc>
              <a:buFont typeface="Wingdings 3" charset="2"/>
              <a:buNone/>
            </a:pP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ct val="90000"/>
              </a:lnSpc>
              <a:buFont typeface="Wingdings 3" charset="2"/>
              <a:buNone/>
            </a:pP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ct val="90000"/>
              </a:lnSpc>
              <a:buFont typeface="Wingdings 3" charset="2"/>
              <a:buNone/>
            </a:pP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Adopt </a:t>
            </a:r>
            <a:r>
              <a:rPr lang="en-US" sz="1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SecurityPrice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today and secure the future of decentralized finance!</a:t>
            </a:r>
            <a:b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9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rgbClr val="FFFFFF"/>
                </a:solidFill>
              </a:rPr>
              <a:t>Estudo de Caso: Se a Polter Finance Tivesse Usado o SecurityPrice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5E74F0-7808-B371-9EA9-F8AF58FAE9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472171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 - Sala da Diretoria">
  <a:themeElements>
    <a:clrScheme name="Íon - Sala da Diretoria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Íon - Sala da Diretoria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 - Sala da Diretoria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7D1719-60E9-4A4D-ACEE-4233729D93D7}">
  <we:reference id="wa200005566" version="3.0.0.2" store="pt-B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3365</TotalTime>
  <Words>807</Words>
  <Application>Microsoft Office PowerPoint</Application>
  <PresentationFormat>Apresentação na tela (4:3)</PresentationFormat>
  <Paragraphs>65</Paragraphs>
  <Slides>12</Slides>
  <Notes>0</Notes>
  <HiddenSlides>3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Arial</vt:lpstr>
      <vt:lpstr>Century Gothic</vt:lpstr>
      <vt:lpstr>Segoe UI</vt:lpstr>
      <vt:lpstr>Wingdings 3</vt:lpstr>
      <vt:lpstr>Íon - Sala da Diretoria</vt:lpstr>
      <vt:lpstr>Resolvendo a Manipulação de Preços de Oráculos com o SecurityPrice   </vt:lpstr>
      <vt:lpstr>O Hack da Polter Finance</vt:lpstr>
      <vt:lpstr>O Ataque Explicado</vt:lpstr>
      <vt:lpstr>O problema central: manipulação de preços da Oracle</vt:lpstr>
      <vt:lpstr>Apresentando o SecurityPrice</vt:lpstr>
      <vt:lpstr>Como funciona o SecurityPrice: agregação de vários oráculos</vt:lpstr>
      <vt:lpstr>Principais benefícios do SecurityPrice</vt:lpstr>
      <vt:lpstr>Por Que é um Divisor de Águas </vt:lpstr>
      <vt:lpstr>Agora Vamos Ver na Prática! (Prova de Conceito)</vt:lpstr>
      <vt:lpstr>Por Que Escolher o SecurityPrice em Vez de Oráculos Únicos?</vt:lpstr>
      <vt:lpstr>Now Let’s See It in Action!</vt:lpstr>
      <vt:lpstr>Estudo de Caso: Se a Polter Finance Tivesse Usado o SecurityPrice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Andrews Nobre</cp:lastModifiedBy>
  <cp:revision>94</cp:revision>
  <dcterms:created xsi:type="dcterms:W3CDTF">2013-01-27T09:14:16Z</dcterms:created>
  <dcterms:modified xsi:type="dcterms:W3CDTF">2025-11-06T13:09:55Z</dcterms:modified>
  <cp:category/>
</cp:coreProperties>
</file>